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62956512dfc38e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85e4a493b137922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491bb5847f4518b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fdd57dd0732442a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979f99e539a3e9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be77e327b8392e3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08a9ee9ebc43b24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4c52384f186633a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7f2226e25b9f69c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3667afba5f7410b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6f3d52b0a3b7b3a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e2d409431fe285d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258727dddb96479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3e324ec88ca5f33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5b8a5c98b9dfa72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69b6748ba298f67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994a104560ecb5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920f0fb8d3b86b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c8230dbc1795e83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1b9ef9dedea2535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519b73d92a2d9bc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4d9dbfe2830f289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从单进程到分布式 Runtime：让长任务可调度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能解释Scheduler的机制；2) 能对比Queue的取舍；3) 能跑通 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Runtime：让长任务可调度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概念详解：Scheduler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「Scheduler」指决定何时执行。在企业级语境下，它同时约束接口契约、生命周期与治理边界，而不只是一个名词。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把Scheduler讲透：是什么、不是什么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「Scheduler」指决定何时执行。在企业级语境下，它同时约束接口契约、生命周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职责维度：决定何时执行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要点维度：决定何时执行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「Scheduler」的运行机制分三步：输入契约校验 → 核心转换执行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图：Scheduler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正确姿势：先定义「Scheduler」的契约与不变量，再谈实现；所有旁路都必须被审计。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常见误用：把「Scheduler」当成一次性胶水代码，没有版本、没有度量、没有回滚路径。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契约（概念1 Scheduler）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实现（概念1 Scheduler）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Scheduler）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把「Scheduler」落到业务：先小流量灰度验证效果与成本，再逐步放开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「Scheduler」典型故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「Scheduler」的选型以证据与约束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优化拓展：Scheduler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「Scheduler」优化一：把人工经验固化为资产（规则/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「Scheduler」优化二：建立基线对照（关闭/盲选/受控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概念详解：Queue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对「Queue」的正确定位是：待办缓冲；它是可观测、可治理、可演进的稳定工程对象。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把Queue讲透：是什么、不是什么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对「Queue」的正确定位是：待办缓冲；它是可观测、可治理、可演进的稳定工程对象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职责维度：待办缓冲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要点维度：待办缓冲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从数据流看「Queue」：上游产出受控载荷，经 runtime.py 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图：Queue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正确姿势：把「Queue」的决策依据落成证据（Trace/Eval），而不是凭经验拍板。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常见误用：用相关性绕过「Queue」的硬性过滤，短期省事，长期必然越权或漂移。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契约（概念2 Queue）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实现（概念2 Queue）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Queue）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「Queue」的应用入口在本课程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「Queue」典型故障：成本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「Queue」的选型以证据与约束为准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优化拓展：Queue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「Queue」优化一：把人工经验固化为资产（规则/Skill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「Queue」优化二：建立基线对照（关闭/盲选/受控三组）证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概念详解：Worker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「Worker」的本质是实际执行/接管。理解它的关键是分清模型能做的与系统必须兜底的。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把Worker讲透：是什么、不是什么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「Worker」的本质是实际执行/接管。理解它的关键是分清模型能做的与系统必须兜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职责维度：实际执行/接管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要点维度：实际执行/接管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「Worker」的机制核心是解耦：策略与执行分离、状态与过程分离、权限与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图：Worker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正确姿势：为「Worker」设置显式预算与停止条件，宁可慢一点，不可失控。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里验证「Worker」的正常路径，故障注入一跑就现出原形。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契约（概念3 Worker）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实现（概念3 Worker）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Worker）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上线「Worker」前自检三问：失败会怎样？谁能审计？回滚要多久？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「Worker」典型故障：上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「Worker」的选型以证据与约束为准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优化拓展：Worker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「Worker」优化一：把人工经验固化为资产（规则/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「Worker」优化二：建立基线对照（关闭/盲选/受控三组）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概念详解：Lease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把「Lease」当工程对象看：并发一致。它有明确的输入契约、失败语义与度量口径。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把Lease讲透：是什么、不是什么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把「Lease」当工程对象看：并发一致。它有明确的输入契约、失败语义与度量口径。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职责维度：并发一致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要点维度：并发一致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「Lease」之所以可靠，是因为它把不确定性关进笼子：预算、超时、重试、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图：Lease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正确姿势：先定义「Lease」的契约与不变量，再谈实现；所有旁路都必须被审计。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常见误用：把「Lease」当成一次性胶水代码，没有版本、没有度量、没有回滚路径。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契约（概念4 Lease）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实现（概念4 Lease）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Lease）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把「Lease」落到业务：先小流量灰度验证效果与成本，再逐步放开租户范围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「Lease」典型故障：静默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「Lease」的选型以证据与约束为准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优化拓展：Lease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「Lease」优化一：把人工经验固化为资产（规则/Skill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「Lease」优化二：建立基线对照（关闭/盲选/受控三组）证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概念详解：租户配额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「租户配额」指公平隔离。在企业级语境下，它同时约束接口契约、生命周期与治理边界，而不只是一个名词。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把租户配额讲透：是什么、不是什么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「租户配额」指公平隔离。在企业级语境下，它同时约束接口契约、生命周期与治理边界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职责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职责维度：公平隔离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要点维度：公平隔离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「租户配额」的运行机制分三步：输入契约校验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图：租户配额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正确姿势：把「租户配额」的决策依据落成证据（Trace/Eval），而不是凭经验拍板。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常见误用：用相关性绕过「租户配额」的硬性过滤，短期省事，长期必然越权或漂移。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契约（概念5 租户配额）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实现（概念5 租户配额）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租户配额）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「租户配额」的应用入口在本课程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「租户配额」典型故障：成本失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「租户配额」的选型以证据与约束为准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优化拓展：租户配额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「租户配额」优化一：把人工经验固化为资产（规则/Skill/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「租户配额」优化二：建立基线对照（关闭/盲选/受控三组）证明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核心：Schedu、Queue、Worker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从单进程到分布式 Runtime：让长任务可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Scheduler的定义与边界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runtime.py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从单进程到分布式 Runtime：让长任务可调度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 RunStore 替换为真实队列实现，验证任务可被不同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第19讲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