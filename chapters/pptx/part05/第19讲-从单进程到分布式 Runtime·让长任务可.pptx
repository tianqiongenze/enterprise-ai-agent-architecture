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b34d1b17693f883d.png"/>
</Relationships>
</file>

<file path=ppt/slides/_rels/slide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4991a0bfc2194946.png"/>
</Relationships>
</file>

<file path=ppt/slides/_rels/slide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571750"/>
            <a:ext cx="9906000" cy="952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0E7490"/>
                </a:solidFill>
                <a:latin typeface="Arial"/>
                <a:ea typeface="Microsoft YaHei"/>
                <a:cs typeface="Arial"/>
              </a:rPr>
              <a:t>从单进程到分布式 Runtime：让长任务可调度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600450"/>
            <a:ext cx="8572500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20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Agent Runtime · 教学讲义</a:t>
            </a:r>
          </a:p>
        </p:txBody>
      </p:sp>
      <p:sp>
        <p:nvSpPr>
          <p:cNvPr id="8" name="Line 8"/>
          <p:cNvSpPr/>
          <p:nvPr/>
        </p:nvSpPr>
        <p:spPr>
          <a:xfrm>
            <a:off x="4000500" y="4333875"/>
            <a:ext cx="4191000" cy="9525"/>
          </a:xfrm>
          <a:custGeom>
            <a:avLst/>
            <a:gdLst/>
            <a:ahLst/>
            <a:cxnLst/>
            <a:rect l="l" t="t" r="r" b="b"/>
            <a:pathLst>
              <a:path w="4191000" h="9525">
                <a:moveTo>
                  <a:pt x="0" y="0"/>
                </a:moveTo>
                <a:lnTo>
                  <a:pt x="4191000" y="0"/>
                </a:lnTo>
              </a:path>
            </a:pathLst>
          </a:custGeom>
          <a:noFill/>
          <a:ln w="19050">
            <a:solidFill>
              <a:srgbClr val="06B6D4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4286250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714750" y="4714875"/>
            <a:ext cx="476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725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714750" y="5105400"/>
            <a:ext cx="476250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4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第19讲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952750" y="5486400"/>
            <a:ext cx="62865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3" name="Rectangle 13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0F9FC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4381500" y="6486525"/>
            <a:ext cx="3429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2026-09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6B6D4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19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学习目标 / Lernziele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1) 能解释Scheduler的机制；2) 能对比Queue的取舍；3) 能跑通 DataAgent 对应测试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从单进程到分布式 Runtime：让长任务可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核心概念：组件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职责的三个关键要点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03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Schedule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决定何时执行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Queue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待办缓冲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Scheduler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决定何时执行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Queue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待办缓冲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Worker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实际执行/接管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架构与执行链路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一图看懂本讲的机制流转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Schedule：决定何时执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Queue：待办缓冲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9F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图：本讲核心对象的执行链路（由讲义表格自动生成）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关键代码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可运行实现与讲解一一对应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契约先行：接口→实现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离线可运行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9F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代码：见讲义与 dataagent/ 仓库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关键证据与结论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用证据支撑工程判断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组件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决定何时执行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Queue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待办缓冲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实战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DataAgent 仓库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把 RunStore 替换为真实队列实现，验证任务可被不同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333625"/>
            <a:ext cx="9906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0E7490"/>
                </a:solidFill>
                <a:latin typeface="Arial"/>
                <a:ea typeface="Microsoft YaHei"/>
                <a:cs typeface="Arial"/>
              </a:rPr>
              <a:t>本章小结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238500"/>
            <a:ext cx="857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从单进程到分布式 Runtime：让长任务可调度</a:t>
            </a:r>
          </a:p>
        </p:txBody>
      </p:sp>
      <p:sp>
        <p:nvSpPr>
          <p:cNvPr id="8" name="Line 8"/>
          <p:cNvSpPr/>
          <p:nvPr/>
        </p:nvSpPr>
        <p:spPr>
          <a:xfrm>
            <a:off x="4381500" y="3857625"/>
            <a:ext cx="3429000" cy="9525"/>
          </a:xfrm>
          <a:custGeom>
            <a:avLst/>
            <a:gdLst/>
            <a:ahLst/>
            <a:cxnLst/>
            <a:rect l="l" t="t" r="r" b="b"/>
            <a:pathLst>
              <a:path w="3429000" h="9525">
                <a:moveTo>
                  <a:pt x="0" y="0"/>
                </a:moveTo>
                <a:lnTo>
                  <a:pt x="3429000" y="0"/>
                </a:lnTo>
              </a:path>
            </a:pathLst>
          </a:custGeom>
          <a:noFill/>
          <a:ln w="19050">
            <a:solidFill>
              <a:srgbClr val="06B6D4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3810000"/>
            <a:ext cx="95250" cy="95250"/>
          </a:xfrm>
          <a:prstGeom prst="ellipse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3429000" y="4238625"/>
            <a:ext cx="5334000" cy="1238250"/>
          </a:xfrm>
          <a:prstGeom prst="roundRect">
            <a:avLst>
              <a:gd name="adj" fmla="val 3077"/>
            </a:avLst>
          </a:prstGeom>
          <a:solidFill>
            <a:srgbClr val="F0F9FC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3619500" y="4476750"/>
            <a:ext cx="4953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 RunStore 替换为真实队列实现，验证任务可被不同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000500" y="4838700"/>
            <a:ext cx="4191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第19讲 · Agent Runtime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619500" y="5124450"/>
            <a:ext cx="4953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4" name="Rectangle 14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0F9FC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3619500" y="6486525"/>
            <a:ext cx="4953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课程复现资料 · 可公开分享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