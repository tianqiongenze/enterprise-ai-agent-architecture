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19 从单进程到分布式 Runtime：让长任务可调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第五篇（Agent Harness 与 Runtime 工程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第19讲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核心概念：组件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职责的三个关键要点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Scheduler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决定何时执行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Queue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待办缓冲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Scheduler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决定何时执行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Queue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待办缓冲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Worker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实际执行/接管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Schedule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决定何时执行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Queue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待办缓冲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Worker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实际执行/接管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代码落点：dataagent/contracts/runtime.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决定何时执行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Queue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待办缓冲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dataagent/contracts/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把 RunStore 替换为真实队列实现，验证任务可被不同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 从单进程到分布式 Runtime：让长任务可调度、可接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 RunStore 替换为真实队列实现，验证任务可被不同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第19讲 · 第五篇（Agent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