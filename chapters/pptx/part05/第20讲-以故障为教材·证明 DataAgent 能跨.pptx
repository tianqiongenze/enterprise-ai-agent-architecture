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20ba3fe496f712e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49eb13c2dd5e634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以故障为教材：证明 DataAgent 能跨故障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第20讲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能解释Retry的机制；2) 能对比Resume的取舍；3) 能跑通 test_fault_injection.py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以故障为教材：证明 DataAgent 能跨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区别的三个关键要点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Retry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同一次尝试重来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Resume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从断点继续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Retry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同一次尝试重来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Resume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从断点继续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Replay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重放事件复盘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Retry：同一次尝试重来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Resume：从断点继续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代码：test_fault_injection.py · dataagent/tests/fault/test_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同一次尝试重来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Resume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从断点继续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test_fault_injec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 DataAgent 增加一条'跨故障完成任务'的端到端用例，验证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以故障为教材：证明 DataAgent 能跨故障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0F9F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增加一条'跨故障完成任务'的端到端用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第20讲 · Agent Runtime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