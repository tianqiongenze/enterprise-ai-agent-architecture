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20 以故障为教材：证明 DataAgent 能跨故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第五篇（Agent Harness 与 Runtime 工程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核心概念：机制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区别的三个关键要点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Retry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同一次尝试重来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Resume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从断点继续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Retry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同一次尝试重来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Resume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从断点继续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Replay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重放事件复盘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Retry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同一次尝试重来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Resume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从断点继续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Replay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重放事件复盘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代码落点：dataagent/tests/fault/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同一次尝试重来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Resume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从断点继续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dataagent/tests/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增加一条'跨故障完成任务'的端到端用例，验证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 以故障为教材：证明 DataAgent 能跨故障完成任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增加一条'跨故障完成任务'的端到端用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第20讲 · 第五篇（Agent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