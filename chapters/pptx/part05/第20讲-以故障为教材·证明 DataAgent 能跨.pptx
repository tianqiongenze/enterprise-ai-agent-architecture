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2f0235a65494c88d.pn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7866440dae14e104.pn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c72f3b126946c83.png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dd572916bb7c4f8.png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ee4ded722fdaaa3.png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8cd45b265ec31ffa.png"/>
</Relationships>
</file>

<file path=ppt/slides/_rels/slide2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be644e515bbdf2a.png"/>
</Relationships>
</file>

<file path=ppt/slides/_rels/slide2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fd496b1a0500b699.png"/>
</Relationships>
</file>

<file path=ppt/slides/_rels/slide2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76b1350738981271.png"/>
</Relationships>
</file>

<file path=ppt/slides/_rels/slide3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bf3ad8fdbb8758d.png"/>
</Relationships>
</file>

<file path=ppt/slides/_rels/slide3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1afe3915a55a382.png"/>
</Relationships>
</file>

<file path=ppt/slides/_rels/slide3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6ad6e1d935c3d652.png"/>
</Relationships>
</file>

<file path=ppt/slides/_rels/slide3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b37883ee57923bd.png"/>
</Relationships>
</file>

<file path=ppt/slides/_rels/slide4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654be3bcc0b3dd63.png"/>
</Relationships>
</file>

<file path=ppt/slides/_rels/slide4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80a5f17aaa4530b.png"/>
</Relationships>
</file>

<file path=ppt/slides/_rels/slide4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4e0cf8f00b6ce0f.png"/>
</Relationships>
</file>

<file path=ppt/slides/_rels/slide5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8d3513836345c6c9.png"/>
</Relationships>
</file>

<file path=ppt/slides/_rels/slide5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f6c56320311e6dd9.png"/>
</Relationships>
</file>

<file path=ppt/slides/_rels/slide6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E7490"/>
                </a:solidFill>
                <a:latin typeface="Arial"/>
                <a:ea typeface="Microsoft YaHei"/>
                <a:cs typeface="Arial"/>
              </a:rPr>
              <a:t>以故障为教材：证明 DataAgent 能跨故障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Agent Runtime · 深度教学讲义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06B6D4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第20讲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0F9FC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703555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39375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762000" y="1095375"/>
            <a:ext cx="10668000" cy="2952750"/>
            <a:chOff x="762000" y="1095375"/>
            <a:chExt cx="10668000" cy="2952750"/>
          </a:xfrm>
        </p:grpSpPr>
        <p:sp>
          <p:nvSpPr>
            <p:cNvPr id="7" name="Rectangle 7"/>
            <p:cNvSpPr/>
            <p:nvPr/>
          </p:nvSpPr>
          <p:spPr>
            <a:xfrm>
              <a:off x="7620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095375"/>
              <a:ext cx="57150" cy="857250"/>
            </a:xfrm>
            <a:prstGeom prst="rect">
              <a:avLst/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934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716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概念详解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430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核心概念定义与边界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2865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6286500" y="1095375"/>
              <a:ext cx="57150" cy="857250"/>
            </a:xfrm>
            <a:prstGeom prst="rect">
              <a:avLst/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961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机制与图解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75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运行机制与图解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0F9FC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2000" y="2238375"/>
              <a:ext cx="57150" cy="85725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934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716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代码实现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430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仓库真实代码三切面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0F9FC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238375"/>
              <a:ext cx="57150" cy="85725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179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2961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应用实践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75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落地步骤与场景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C8E6EF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525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陷阱与排查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C8E6EF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770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优化拓展</a:t>
              </a:r>
            </a:p>
          </p:txBody>
        </p:sp>
      </p:grpSp>
      <p:sp>
        <p:nvSpPr>
          <p:cNvPr id="32" name="Line 32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能解释Retry的机制；2) 能对比Resume的取舍；3) 能跑通 test_fault_injection.py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以故障为教材：证明 DataAgent 能跨故障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概念详解：Retry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「Retry」指同一次尝试重来。在企业级语境下，它同时约束接口契约、生命周期与治理边界，而不只是一个名词。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以故障为教材：证明 DataAgent 能跨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定义与内涵：Retry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把Retry讲透：是什么、不是什么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「Retry」指同一次尝试重来。在企业级语境下，它同时约束接口契约、生命周期与治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区别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区别维度：同一次尝试重来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要点维度：同一次尝试重来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自主与流程的混合编排：Harness 负责探索，Workflow 负责收口。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机制图解：Retry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「Retry」的运行机制分三步：输入契约校验 → 核心转换执行 → 结果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图：Retry 的机制与数据流（flow_v 视角）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深入原理：Retry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正确姿势：先定义「Retry」的契约与不变量，再谈实现；所有旁路都必须被审计。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常见误用：把「Retry」当成一次性胶水代码，没有版本、没有度量、没有回滚路径。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治理视角：控制权矩阵与自主性预算划定行动边界。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代码契约：Retry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文件：test_fault_injection.py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代码：test_fault_injection.py · 契约（概念1 Retry）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代码实现：Retry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文件：test_fault_injection.py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代码：test_fault_injection.py · 实现（概念1 Retry）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代码测试：Retry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文件：test_llm_gateway.py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代码：test_llm_gateway.py · 测试（概念1 Retry）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应用实践：Retry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把「Retry」落到业务：先小流量灰度验证效果与成本，再逐步放开租户范围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案例视角：预算审批链路的审批-幂等-验真闭环实测。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陷阱与排查：Retry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「Retry」典型故障：静默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工程决策：Retry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「Retry」的选型以证据与约束为准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生产化：Retry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企业治理：Retry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优化拓展：Retry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「Retry」优化一：把人工经验固化为资产（规则/Skill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「Retry」优化二：建立基线对照（关闭/盲选/受控三组）证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概念详解：Resume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对「Resume」的正确定位是：从断点继续；它是可观测、可治理、可演进的稳定工程对象。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以故障为教材：证明 DataAgent 能跨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定义与内涵：Resume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把Resume讲透：是什么、不是什么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对「Resume」的正确定位是：从断点继续；它是可观测、可治理、可演进的稳定工程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区别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区别维度：从断点继续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要点维度：从断点继续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自主与流程的混合编排：Harness 负责探索，Workflow 负责收口。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机制图解：Resume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从数据流看「Resume」：上游产出受控载荷，经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图：Resume 的机制与数据流（cycle 视角）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深入原理：Resume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正确姿势：把「Resume」的决策依据落成证据（Trace/Eval），而不是凭经验拍板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常见误用：用相关性绕过「Resume」的硬性过滤，短期省事，长期必然越权或漂移。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治理视角：控制权矩阵与自主性预算划定行动边界。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代码契约：Resume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文件：test_fault_injection.py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代码：test_fault_injection.py · 契约（概念2 Resume）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代码实现：Resume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文件：test_fault_injection.py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代码：test_fault_injection.py · 实现（概念2 Resume）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代码测试：Resume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文件：test_llm_gateway.py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代码：test_llm_gateway.py · 测试（概念2 Resume）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应用实践：Resume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「Resume」的应用入口在本课程 DataAgent：跑通对应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案例视角：预算审批链路的审批-幂等-验真闭环实测。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陷阱与排查：Resume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「Resume」典型故障：成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工程决策：Resume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「Resume」的选型以证据与约束为准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生产化：Resume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企业治理：Resume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优化拓展：Resume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「Resume」优化一：把人工经验固化为资产（规则/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「Resume」优化二：建立基线对照（关闭/盲选/受控三组）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概念详解：Replay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「Replay」的本质是重放事件复盘。理解它的关键是分清模型能做的与系统必须兜底的。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以故障为教材：证明 DataAgent 能跨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定义与内涵：Replay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把Replay讲透：是什么、不是什么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「Replay」的本质是重放事件复盘。理解它的关键是分清模型能做的与系统必须兜底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区别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区别维度：重放事件复盘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要点维度：重放事件复盘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自主与流程的混合编排：Harness 负责探索，Workflow 负责收口。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机制图解：Replay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「Replay」的机制核心是解耦：策略与执行分离、状态与过程分离、权限与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图：Replay 的机制与数据流（layers 视角）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深入原理：Replay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正确姿势：为「Replay」设置显式预算与停止条件，宁可慢一点，不可失控。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常见误用：只在 Demo 里验证「Replay」的正常路径，故障注入一跑就现出原形。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治理视角：控制权矩阵与自主性预算划定行动边界。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代码契约：Replay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文件：test_fault_injection.py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代码：test_fault_injection.py · 契约（概念3 Replay）</a:t>
              </a:r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代码实现：Replay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文件：test_fault_injection.py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代码：test_fault_injection.py · 实现（概念3 Replay）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代码测试：Replay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文件：test_llm_gateway.py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代码：test_llm_gateway.py · 测试（概念3 Replay）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应用实践：Replay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上线「Replay」前自检三问：失败会怎样？谁能审计？回滚要多久？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案例视角：预算审批链路的审批-幂等-验真闭环实测。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陷阱与排查：Replay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「Replay」典型故障：上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工程决策：Replay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「Replay」的选型以证据与约束为准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生产化：Replay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企业治理：Replay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优化拓展：Replay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「Replay」优化一：把人工经验固化为资产（规则/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「Replay」优化二：建立基线对照（关闭/盲选/受控三组）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概念详解：Fork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把「Fork」当工程对象看：分支对照实验。它有明确的输入契约、失败语义与度量口径。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以故障为教材：证明 DataAgent 能跨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定义与内涵：Fork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把Fork讲透：是什么、不是什么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把「Fork」当工程对象看：分支对照实验。它有明确的输入契约、失败语义与度量口径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区别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区别维度：分支对照实验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要点维度：分支对照实验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自主与流程的混合编排：Harness 负责探索，Workflow 负责收口。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机制图解：Fork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「Fork」之所以可靠，是因为它把不确定性关进笼子：预算、超时、重试、审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图：Fork 的机制与数据流（hub 视角）</a:t>
              </a:r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深入原理：Fork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正确姿势：先定义「Fork」的契约与不变量，再谈实现；所有旁路都必须被审计。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常见误用：把「Fork」当成一次性胶水代码，没有版本、没有度量、没有回滚路径。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治理视角：控制权矩阵与自主性预算划定行动边界。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代码契约：Fork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文件：test_fault_injection.py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代码：test_fault_injection.py · 契约（概念4 Fork）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代码实现：Fork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文件：test_fault_injection.py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代码：test_fault_injection.py · 实现（概念4 Fork）</a:t>
              </a:r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代码测试：Fork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文件：test_llm_gateway.py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代码：test_llm_gateway.py · 测试（概念4 Fork）</a:t>
              </a:r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应用实践：Fork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把「Fork」落到业务：先小流量灰度验证效果与成本，再逐步放开租户范围。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案例视角：预算审批链路的审批-幂等-验真闭环实测。</a:t>
              </a: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陷阱与排查：Fork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「Fork」典型故障：静默失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工程决策：Fork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「Fork」的选型以证据与约束为准</a:t>
              </a: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生产化：Fork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企业治理：Fork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优化拓展：Fork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「Fork」优化一：把人工经验固化为资产（规则/Skill/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「Fork」优化二：建立基线对照（关闭/盲选/受控三组）证明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本章知识图谱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概念之间的结构关系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核心：Retry、Resume、Replay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关系：输入→机制→治理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全部概念见讲义表格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图：本章概念关系（中心辐射视角）</a:t>
              </a:r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应用与实战指南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从理解到落地：场景、步骤与检查清单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以故障为教材：证明 DataAgent 能跨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实战路线图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三步从 Demo 到生产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场景选择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选高频、可验证、低风险场景切入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契约先行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定义输入/输出/错误语义与验收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评测护航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建数据集与评分卡再动 Prompt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案例视角：预算审批链路的审批-幂等-验真闭环实测。</a:t>
              </a: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典型应用场景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场景→做法→收益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场景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做法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收益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经营诊断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自主分析闭环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结论可解释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数据查询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只读网关+权限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安全合规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行动执行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风险可控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场景选择决定治理强度，按风险分级</a:t>
              </a:r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落地检查清单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上线前逐项打勾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功能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核心链路全绿；故障注入通过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质量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三层评测达标；回归门禁通过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安全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权限/审计/幂等/回滚就绪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GO/NO-GO 由硬门槛决定，不由均分决定</a:t>
              </a:r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优化与拓展指南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让系统随模型共同进化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以故障为教材：证明 DataAgent 能跨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优化方向对照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短期补丁 vs 长期资产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短期补丁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改 Prompt 救火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局部 if-else 兜底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人工盯梢排查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经验留在个人脑中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长期资产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规则/Skill/Eval 沉淀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治理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Trace+Baseline 驱动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资产随组织复用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延伸阅读：Run/Step/Event 统一执行模型与故障恢复。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拓展学习地图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三层次进阶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体系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把本讲机制放进企业级全景图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贯通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与前后讲次的接口互相印证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向上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架构与治理体系化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向深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Runtime 与可靠性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向外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多 Agent 与平台化</a:t>
              </a:r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演进路线图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本讲在能力阶梯上的位置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当前：本讲机制已可运行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下一站：与相邻模块协同治理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长期：固化为组织级资产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图：从本讲机制到组织资产的演进路径</a:t>
              </a:r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治理与常见陷阱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企业级红线与审计要点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以故障为教材：证明 DataAgent 能跨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企业级红线清单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红线→后果→防护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红线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后果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防护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越权访问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数据泄漏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硬过滤+审计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未审批副作用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业务事故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不可回放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无法追责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Trace+Checkpoint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红线一票否决，不允许带病上线</a:t>
              </a:r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67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复习与考核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把本讲装进长期记忆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以故障为教材：证明 DataAgent 能跨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三个必答题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课程第20讲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Retry的定义与边界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为什么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自主与流程的混合编排：Harness 负责探索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怎么用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在 DataAgent 中跑通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能讲给同事听懂，才算真正掌握</a:t>
              </a:r>
            </a:p>
          </p:txBody>
        </p:sp>
      </p:grp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E7490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以故障为教材：证明 DataAgent 能跨故障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06B6D4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0F9FC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为 DataAgent 增加一条'跨故障完成任务'的端到端用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第20讲 · Agent Runtime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0F9FC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69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