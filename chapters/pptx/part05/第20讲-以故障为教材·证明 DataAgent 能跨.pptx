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f0235a65494c88d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866440dae14e104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c72f3b126946c83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dd572916bb7c4f8.pn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ee4ded722fdaaa3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cd45b265ec31ffa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be644e515bbdf2a.pn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d496b1a0500b699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6b1350738981271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bf3ad8fdbb8758d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1afe3915a55a382.png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ad6e1d935c3d652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b37883ee57923bd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54be3bcc0b3dd63.png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80a5f17aaa4530b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4e0cf8f00b6ce0f.png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d3513836345c6c9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6c56320311e6dd9.png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以故障为教材：证明 DataAgent 能跨故障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第20讲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9F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9F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6EF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6EF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能解释Retry的机制；2) 能对比Resume的取舍；3) 能跑通 test_fault_injection.py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以故障为教材：证明 DataAgent 能跨故障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概念详解：Retry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「Retry」指同一次尝试重来。在企业级语境下，它同时约束接口契约、生命周期与治理边界，而不只是一个名词。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以故障为教材：证明 DataAgent 能跨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把Retry讲透：是什么、不是什么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「Retry」指同一次尝试重来。在企业级语境下，它同时约束接口契约、生命周期与治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区别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区别维度：同一次尝试重来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要点维度：同一次尝试重来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「Retry」的运行机制分三步：输入契约校验 → 核心转换执行 → 结果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图：Retry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正确姿势：先定义「Retry」的契约与不变量，再谈实现；所有旁路都必须被审计。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常见误用：把「Retry」当成一次性胶水代码，没有版本、没有度量、没有回滚路径。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文件：test_fault_injection.py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代码：test_fault_injection.py · 契约（概念1 Retry）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文件：test_fault_injection.py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代码：test_fault_injection.py · 实现（概念1 Retry）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文件：test_llm_gateway.py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代码：test_llm_gateway.py · 测试（概念1 Retry）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把「Retry」落到业务：先小流量灰度验证效果与成本，再逐步放开租户范围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「Retry」典型故障：静默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「Retry」的选型以证据与约束为准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「Retry」优化一：把人工经验固化为资产（规则/Skill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「Retry」优化二：建立基线对照（关闭/盲选/受控三组）证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概念详解：Resume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对「Resume」的正确定位是：从断点继续；它是可观测、可治理、可演进的稳定工程对象。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以故障为教材：证明 DataAgent 能跨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把Resume讲透：是什么、不是什么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对「Resume」的正确定位是：从断点继续；它是可观测、可治理、可演进的稳定工程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区别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区别维度：从断点继续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要点维度：从断点继续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从数据流看「Resume」：上游产出受控载荷，经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图：Resume 的机制与数据流（cycle 视角）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正确姿势：把「Resume」的决策依据落成证据（Trace/Eval），而不是凭经验拍板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常见误用：用相关性绕过「Resume」的硬性过滤，短期省事，长期必然越权或漂移。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文件：test_fault_injection.py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代码：test_fault_injection.py · 契约（概念2 Resume）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文件：test_fault_injection.py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代码：test_fault_injection.py · 实现（概念2 Resume）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文件：test_llm_gateway.py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代码：test_llm_gateway.py · 测试（概念2 Resume）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「Resume」的应用入口在本课程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「Resume」典型故障：成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「Resume」的选型以证据与约束为准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「Resume」优化一：把人工经验固化为资产（规则/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「Resume」优化二：建立基线对照（关闭/盲选/受控三组）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概念详解：Replay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「Replay」的本质是重放事件复盘。理解它的关键是分清模型能做的与系统必须兜底的。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以故障为教材：证明 DataAgent 能跨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把Replay讲透：是什么、不是什么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「Replay」的本质是重放事件复盘。理解它的关键是分清模型能做的与系统必须兜底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区别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区别维度：重放事件复盘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要点维度：重放事件复盘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「Replay」的机制核心是解耦：策略与执行分离、状态与过程分离、权限与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图：Replay 的机制与数据流（layers 视角）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正确姿势：为「Replay」设置显式预算与停止条件，宁可慢一点，不可失控。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里验证「Replay」的正常路径，故障注入一跑就现出原形。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文件：test_fault_injection.py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代码：test_fault_injection.py · 契约（概念3 Replay）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文件：test_fault_injection.py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代码：test_fault_injection.py · 实现（概念3 Replay）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文件：test_llm_gateway.py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代码：test_llm_gateway.py · 测试（概念3 Replay）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上线「Replay」前自检三问：失败会怎样？谁能审计？回滚要多久？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「Replay」典型故障：上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「Replay」的选型以证据与约束为准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「Replay」优化一：把人工经验固化为资产（规则/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「Replay」优化二：建立基线对照（关闭/盲选/受控三组）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概念详解：Fork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把「Fork」当工程对象看：分支对照实验。它有明确的输入契约、失败语义与度量口径。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以故障为教材：证明 DataAgent 能跨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把Fork讲透：是什么、不是什么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把「Fork」当工程对象看：分支对照实验。它有明确的输入契约、失败语义与度量口径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区别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区别维度：分支对照实验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要点维度：分支对照实验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「Fork」之所以可靠，是因为它把不确定性关进笼子：预算、超时、重试、审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图：Fork 的机制与数据流（hub 视角）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正确姿势：先定义「Fork」的契约与不变量，再谈实现；所有旁路都必须被审计。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常见误用：把「Fork」当成一次性胶水代码，没有版本、没有度量、没有回滚路径。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文件：test_fault_injection.py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代码：test_fault_injection.py · 契约（概念4 Fork）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文件：test_fault_injection.py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代码：test_fault_injection.py · 实现（概念4 Fork）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文件：test_llm_gateway.py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代码：test_llm_gateway.py · 测试（概念4 Fork）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把「Fork」落到业务：先小流量灰度验证效果与成本，再逐步放开租户范围。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「Fork」典型故障：静默失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「Fork」的选型以证据与约束为准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「Fork」优化一：把人工经验固化为资产（规则/Skill/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「Fork」优化二：建立基线对照（关闭/盲选/受控三组）证明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核心：Retry、Resume、Replay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以故障为教材：证明 DataAgent 能跨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以故障为教材：证明 DataAgent 能跨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延伸阅读：Run/Step/Event 统一执行模型与故障恢复。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以故障为教材：证明 DataAgent 能跨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以故障为教材：证明 DataAgent 能跨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Retry的定义与边界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自主与流程的混合编排：Harness 负责探索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常见误用：把「Retry」当成一次性胶水代码，没有版本、没有度量、没有回滚路径。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正确姿势：把「Retry」的决策依据落成证据（Trace/Eval），而不是凭经验拍板。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常见误用：把「Resume」当成一次性胶水代码，没有版本、没有度量、没有回滚路径。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正确姿势：把「Resume」的决策依据落成证据（Trace/Eval），而不是凭经验拍板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常见误用：把「Replay」当成一次性胶水代码，没有版本、没有度量、没有回滚路径。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正确姿势：把「Replay」的决策依据落成证据（Trace/Eval），而不是凭经验拍板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常见误用：把「Fork」当成一次性胶水代码，没有版本、没有度量、没有回滚路径。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正确姿势：把「Fork」的决策依据落成证据（Trace/Eval），而不是凭经验拍板。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「Retry」的运行机制分三步：输入契约校验 → 核心转换执行 → 结果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正确姿势：为「Retry」设置显式预算与停止条件，宁可慢一点，不可失控。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以故障为教材：证明 DataAgent 能跨故障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9F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增加一条'跨故障完成任务'的端到端用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第20讲 · Agent Runtime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