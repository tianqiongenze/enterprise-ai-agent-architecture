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49b814e2a51264d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2e612bac01260af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E7490"/>
                </a:solidFill>
                <a:latin typeface="Arial"/>
                <a:ea typeface="Microsoft YaHei"/>
                <a:cs typeface="Arial"/>
              </a:rPr>
              <a:t>Agent Runtime 的混合架构选型与设计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6B6D4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第15讲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9F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能解释单 Loop的机制；2) 能对比固定的取舍；3) 能跑通 workflow.py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Agent Runtime 的混合架构选型与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核心概念：范式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何时选的三个关键要点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单 Loop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简单探索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固定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确定性/合规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单 Loop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简单探索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固定 Workflow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确定性/合规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动态 Graph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复杂拓扑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架构与执行链路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一图看懂本讲的机制流转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单 Loop：简单探索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固定：确定性/合规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图：本讲核心对象的执行链路（由讲义表格自动生成）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关键代码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可运行实现与讲解一一对应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契约先行：接口→实现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离线可运行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代码：workflow.py · dataagent/infra/runtime/workflow.py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范式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简单探索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固定 Workflow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确定性/合规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workflow.py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设计 DataAgent 经营分析主链的控制权矩阵，建立后续所有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E7490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 的混合架构选型与设计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6B6D4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0F9F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设计 DataAgent 经营分析主链的控制权矩阵，建立后续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第15讲 · Agent Runtime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9F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