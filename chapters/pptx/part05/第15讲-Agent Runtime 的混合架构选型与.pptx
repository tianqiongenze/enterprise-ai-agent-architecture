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15 Agent Runtime 的混合架构选型与设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核心概念：范式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何时选的三个关键要点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单 Loop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固定 Workflow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单 Loop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固定 Workflow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动态 Graph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复杂拓扑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单 Loop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固定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动态 Graph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复杂拓扑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代码落点：dataagent/infra/runtime/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范式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简单探索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固定 Workflow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确定性/合规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设计 DataAgent 经营分析主链的控制权矩阵，建立后续所有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 Agent Runtime 的混合架构选型与设计：取长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 DataAgent 经营分析主链的控制权矩阵，建立后续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第15讲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