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49480bf42d2f17c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e904f7c3c99484d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a998bd09a443af8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24ffe5fc2a3048d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cf2ae12c5b94381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219097c86e7e755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0a711f575f26248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d6c7b98bdd798b6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d42ff4771e7ff32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fafbce023187c1a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f21b774e4bd00e6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482c4ffdeff20f9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11932cb7fc0b8a2.png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3397eec58ab6a31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573fd7678af94ab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1548eb7e76c4987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d238fc050c65d30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Agent Runtime 的混合架构选型与设计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能解释单 Loop的机制；2) 能对比固定的取舍；3) 能跑通 workflow.py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的混合架构选型与设计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概念详解：单 Loop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「单 Loop」指简单探索。在企业级语境下，它同时约束接口契约、生命周期与治理边界，而不只是一个名词。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定义与内涵：单 Loop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把单 Loop讲透：是什么、不是什么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「单 Loop」指简单探索。在企业级语境下，它同时约束接口契约、生命周期与治理边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何时选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何时选维度：简单探索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要点维度：简单探索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机制图解：单 Loop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「单 Loop」的运行机制分三步：输入契约校验 → 核心转换执行 → 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图：单 Loop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深入原理：单 Loop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正确姿势：先定义「单 Loop」的契约与不变量，再谈实现；所有旁路都必须被审计。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常见误用：把「单 Loop」当成一次性胶水代码，没有版本、没有度量、没有回滚路径。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代码契约：单 Loop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契约（概念1 单 Loop）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代码实现：单 Loop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实现（概念1 单 Loop）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应用实践：单 Loop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把「单 Loop」落到业务：先小流量灰度验证效果与成本，再逐步放开租户范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陷阱与排查：单 Loop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「单 Loop」典型故障：静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工程决策：单 Loop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「单 Loop」的选型以证据与约束为准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优化拓展：单 Loop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「单 Loop」优化一：把人工经验固化为资产（规则/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「单 Loop」优化二：建立基线对照（关闭/盲选/受控三组）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概念详解：固定 Workflow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对「固定 Workflow」的正确定位是：确定性/合规；它是可观测、可治理、可演进的稳定工程对象。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定义与内涵：固定 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把固定 Workflow讲透：是什么、不是什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对「固定 Workflow」的正确定位是：确定性/合规；它是可观测、可治理、可演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何时选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何时选维度：确定性/合规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要点维度：确定性/合规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机制图解：固定 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从数据流看「固定 Workflow」：上游产出受控载荷，经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图：固定 Workflow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深入原理：固定 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正确姿势：把「固定 Workflow」的决策依据落成证据（Trace/Eval），而不是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常见误用：用相关性绕过「固定 Workflow」的硬性过滤，短期省事，长期必然越权或漂移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代码契约：固定 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契约（概念2 固定 Workflow）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代码实现：固定 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实现（概念2 固定 Workflow）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应用实践：固定 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「固定 Workflow」的应用入口在本课程 DataAgent：跑通对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陷阱与排查：固定 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「固定 Workflow」典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工程决策：固定 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「固定 Workflow」的选型以证据与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优化拓展：固定 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「固定 Workflow」优化一：把人工经验固化为资产（规则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「固定 Workflow」优化二：建立基线对照（关闭/盲选/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概念详解：动态 Graph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「动态 Graph」的本质是复杂拓扑。理解它的关键是分清模型能做的与系统必须兜底的。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定义与内涵：动态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把动态 Graph讲透：是什么、不是什么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「动态 Graph」的本质是复杂拓扑。理解它的关键是分清模型能做的与系统必须兜底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何时选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何时选维度：复杂拓扑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要点维度：复杂拓扑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机制图解：动态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「动态 Graph」的机制核心是解耦：策略与执行分离、状态与过程分离、权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图：动态 Graph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深入原理：动态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正确姿势：为「动态 Graph」设置显式预算与停止条件，宁可慢一点，不可失控。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里验证「动态 Graph」的正常路径，故障注入一跑就现出原形。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代码契约：动态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契约（概念3 动态 Graph）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代码实现：动态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实现（概念3 动态 Graph）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应用实践：动态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上线「动态 Graph」前自检三问：失败会怎样？谁能审计？回滚要多久？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陷阱与排查：动态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「动态 Graph」典型故障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工程决策：动态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「动态 Graph」的选型以证据与约束为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优化拓展：动态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「动态 Graph」优化一：把人工经验固化为资产（规则/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「动态 Graph」优化二：建立基线对照（关闭/盲选/受控三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概念详解：多 Agent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把「多 Agent Graph」当工程对象看：多角色。它有明确的输入契约、失败语义与度量口径。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定义与内涵：多 Agent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把多 Agent Graph讲透：是什么、不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把「多 Agent Graph」当工程对象看：多角色。它有明确的输入契约、失败语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何时选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何时选维度：多角色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要点维度：多角色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机制图解：多 Agent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「多 Agent Graph」之所以可靠，是因为它把不确定性关进笼子：预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图：多 Agent Graph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深入原理：多 Agent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正确姿势：先定义「多 Agent Graph」的契约与不变量，再谈实现；所有旁路都必须被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常见误用：把「多 Agent Graph」当成一次性胶水代码，没有版本、没有度量、没有回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代码契约：多 Agent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契约（概念4 多 Agent Graph）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代码实现：多 Agent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实现（概念4 多 Agent Graph）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应用实践：多 Agent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把「多 Agent Graph」落到业务：先小流量灰度验证效果与成本，再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陷阱与排查：多 Agent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「多 Agent Graph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工程决策：多 Agent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「多 Agent Graph」的选型以证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优化拓展：多 Agent Graph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「多 Agent Graph」优化一：把人工经验固化为资产（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「多 Agent Graph」优化二：建立基线对照（关闭/盲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概念详解：混合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「混合」指企业生产。在企业级语境下，它同时约束接口契约、生命周期与治理边界，而不只是一个名词。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定义与内涵：混合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把混合讲透：是什么、不是什么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「混合」指企业生产。在企业级语境下，它同时约束接口契约、生命周期与治理边界，而不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何时选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何时选维度：企业生产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要点维度：企业生产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机制图解：混合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「混合」的运行机制分三步：输入契约校验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图：混合 的机制与数据流（flow_v 视角）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深入原理：混合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正确姿势：把「混合」的决策依据落成证据（Trace/Eval），而不是凭经验拍板。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常见误用：用相关性绕过「混合」的硬性过滤，短期省事，长期必然越权或漂移。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代码契约：混合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契约（概念5 混合）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代码实现：混合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实现（概念5 混合）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应用实践：混合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「混合」的应用入口在本课程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陷阱与排查：混合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「混合」典型故障：成本失控—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工程决策：混合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「混合」的选型以证据与约束为准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优化拓展：混合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「混合」优化一：把人工经验固化为资产（规则/Skill/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「混合」优化二：建立基线对照（关闭/盲选/受控三组）证明增量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核心：单 Loop、固定、动态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延伸阅读：Run/Step/Event 统一执行模型与故障恢复。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 Loop的定义与边界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自主与流程的混合编排：Harness 负责探索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workflow.py 对应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的混合架构选型与设计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设计 DataAgent 经营分析主链的控制权矩阵，建立后续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第15讲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