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9efb9f4689cd312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7f2232d659843a1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用 Durable Workflow 收口自主分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第18讲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能解释中断的机制；2) 能对比审批的取舍；3) 能跑通 workflow.py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用 Durable Workflow 收口自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核心概念：能力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方法的三个关键要点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中断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Checkpoint+Resume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Human Approval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中断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Checkpoint+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Human Approval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副作用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幂等（幂等键）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中断：Checkpoint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审批：Human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dataagent/infra/runtime/workflow.py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Checkpoint+Resume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Human Approval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workflow.py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把 DataAgent 的预算调整动作接入人工审批，检验审批拒绝时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用 Durable Workflow 收口自主分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9F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 DataAgent 的预算调整动作接入人工审批，检验审批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第18讲 · Agent Runtime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