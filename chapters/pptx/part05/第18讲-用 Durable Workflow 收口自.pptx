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18 用 Durable Workflow 收口自主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第五篇（Agent Harness 与 Runtime 工程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0066CC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第18讲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5F7FA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核心概念：能力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方法的三个关键要点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02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中断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Checkpoint+Resume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Human Approval Gate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中断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Checkpoint+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Human Approval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副作用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幂等（幂等键）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机制与流程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三步走：理解→实现→验证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03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中断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Checkpoint+Resume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Human Approval Gate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副作用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幂等（幂等键）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代码落点：dataagent/infra/runtime/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关键证据与结论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用证据支撑工程判断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能力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Checkpoint+Resume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Human Approval Gate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实战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dataagent/infra/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把 DataAgent 的预算调整动作接入人工审批，检验审批拒绝时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18 用 Durable Workflow 收口自主分析：实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0066CC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5F7FA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 DataAgent 的预算调整动作接入人工审批，检验审批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第18讲 · 第五篇（Agent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5F7FA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