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4cabd675ba1cb83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8f24496abd2071a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9435e2c3f79b944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16703ceab52c158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a0f9e4ff361bf099.png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b2fe3503172fbfc.png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e0f211b735b0a74.png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606a29d63b428a7.png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56b30ac5fae23bdd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814e14e053cfaef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6eb8207d144febc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bec5945034f9d82.png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b39ffc9f16475c53.png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c037069086a06f3.png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用 Durable Workflow 收口自主分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第18讲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9FC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6EF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能解释中断的机制；2) 能对比审批的取舍；3) 能跑通 workflow.py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收口自主分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概念详解：中断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「中断」指Checkpoint+Resume。在企业级语境下，它同时约束接口契约、生命周期与治理边界，而不只是一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把中断讲透：是什么、不是什么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「中断」指Checkpoint+Resume。在企业级语境下，它同时约束接口契约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方法维度：Checkpoint+Resume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要点维度：Checkpoint+Resume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「中断」的运行机制分三步：输入契约校验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图：中断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正确姿势：先定义「中断」的契约与不变量，再谈实现；所有旁路都必须被审计。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常见误用：把「中断」当成一次性胶水代码，没有版本、没有度量、没有回滚路径。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契约（概念1 中断）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实现（概念1 中断）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把「中断」落到业务：先小流量灰度验证效果与成本，再逐步放开租户范围。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「中断」典型故障：静默失败—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「中断」的选型以证据与约束为准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「中断」优化一：把人工经验固化为资产（规则/Skill/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「中断」优化二：建立基线对照（关闭/盲选/受控三组）证明增量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概念详解：审批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对「审批」的正确定位是：Human Approval Gate；它是可观测、可治理、可演进的稳定工程对象。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把审批讲透：是什么、不是什么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对「审批」的正确定位是：Human Approval Gate；它是可观测、可治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方法维度：Human Approval Gate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要点维度：Human Approval Gate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从数据流看「审批」：上游产出受控载荷，经 workflow.py 中的实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图：审批 的机制与数据流（cycle 视角）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正确姿势：把「审批」的决策依据落成证据（Trace/Eval），而不是凭经验拍板。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常见误用：用相关性绕过「审批」的硬性过滤，短期省事，长期必然越权或漂移。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契约（概念2 审批）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实现（概念2 审批）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「审批」典型故障：成本失控—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「审批」的选型以证据与约束为准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优化拓展：审批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「审批」优化二：建立基线对照（关闭/盲选/受控三组）证明增量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概念详解：副作用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「副作用」的本质是幂等（幂等键）。理解它的关键是分清模型能做的与系统必须兜底的。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把副作用讲透：是什么、不是什么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「副作用」的本质是幂等（幂等键）。理解它的关键是分清模型能做的与系统必须兜底的。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方法维度：幂等（幂等键）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要点维度：幂等（幂等键）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「副作用」的机制核心是解耦：策略与执行分离、状态与过程分离、权限与相关性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图：副作用 的机制与数据流（layers 视角）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正确姿势：为「副作用」设置显式预算与停止条件，宁可慢一点，不可失控。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里验证「副作用」的正常路径，故障注入一跑就现出原形。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契约（概念3 副作用）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实现（概念3 副作用）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上线「副作用」前自检三问：失败会怎样？谁能审计？回滚要多久？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「副作用」典型故障：上下文漂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「副作用」的选型以证据与约束为准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优化拓展：副作用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「副作用」优化一：把人工经验固化为资产（规则/Skill/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「副作用」优化二：建立基线对照（关闭/盲选/受控三组）证明增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概念详解：追踪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把「追踪」当工程对象看：Run Timeline。它有明确的输入契约、失败语义与度量口径。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把追踪讲透：是什么、不是什么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把「追踪」当工程对象看：Run Timeline。它有明确的输入契约、失败语义与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方法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方法维度：Run Timeline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要点维度：Run Timeline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自主与流程的混合编排：Harness 负责探索，Workflow 负责收口。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「追踪」之所以可靠，是因为它把不确定性关进笼子：预算、超时、重试、审计四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图：追踪 的机制与数据流（hub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正确姿势：先定义「追踪」的契约与不变量，再谈实现；所有旁路都必须被审计。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常见误用：把「追踪」当成一次性胶水代码，没有版本、没有度量、没有回滚路径。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治理视角：控制权矩阵与自主性预算划定行动边界。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契约（概念4 追踪）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文件：workflow.py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代码：workflow.py · 实现（概念4 追踪）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把「追踪」落到业务：先小流量灰度验证效果与成本，再逐步放开租户范围。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「追踪」典型故障：静默失败—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「追踪」的选型以证据与约束为准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生产化：追踪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企业级落地三机制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阶段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机制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审计/落点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中断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ApprovalPending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waiting_approval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决议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decided_by/at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approve/reject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恢复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pre_approved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succeeded/canceled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HITL：中断-审批-恢复 全真实落库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企业治理：追踪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三项已闭合边界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认证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未认证401/越权403（LAN实测）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queued→running→终态全落库（LAN实测）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JWT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HS256+四角色RBAC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队列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Pulsar/Redis Worker落库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HITL 中断-恢复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优化拓展：追踪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「追踪」优化一：把人工经验固化为资产（规则/Skill/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「追踪」优化二：建立基线对照（关闭/盲选/受控三组）证明增量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核心：中断、审批、副作用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案例视角：预算审批链路的审批-幂等-验真闭环实测。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延伸阅读：Run/Step/Event 统一执行模型与故障恢复。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9F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9F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6B6D4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用 Durable Workflow 收口自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中断的定义与边界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自主与流程的混合编排：Harness 负责探索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6B6D4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workflow.py 对应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反模式对照：中断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6B6D4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课程第18讲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Agent Runtime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常见误用：把「中断」当成一次性胶水代码，没有版本、没有度量、没有回滚路径。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06B6D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E7490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正确姿势：把「中断」的决策依据落成证据（Trace/Eval），而不是凭经验拍板。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E7490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E7490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用 Durable Workflow 收口自主分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6B6D4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9F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 DataAgent 的预算调整动作接入人工审批，检验审批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第18讲 · Agent Runtime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9F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