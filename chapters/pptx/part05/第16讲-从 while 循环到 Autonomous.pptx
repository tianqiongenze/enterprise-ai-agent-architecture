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e00d68e538804f2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1c886125a2c1458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从 while 循环到 Autonomous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第16讲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能解释Verifier的机制；2) 能对比Stop的取舍；3) 能跑通 harness.py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while 循环到 Autonomous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核心概念：机制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防止的三个关键要点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Verifier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越跑越偏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Stop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不知何时结束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Verifier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越跑越偏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Stop Condition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不知何时结束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Analysis State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无法恢复/解释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Verifier：越跑越偏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Stop：不知何时结束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代码：harness.py · dataagent/infra/runtime/harness.py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越跑越偏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Stop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不知何时结束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harness.py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给 DataAgent 的 Verifier 增加一条'指标口径已确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 while 循环到 Autonomous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0F9F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给 DataAgent 的 Verifier 增加一条'指标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第16讲 · Agent Runtime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