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03f618eceee2b4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1fb2028b2e0856d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a3ce60d6eda10b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6258ea744783300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3019da28a444aee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14f8d2aa85f1d12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3815b4db6d307b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74a463e70cb547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be776b188eec9b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f6ccdb36aca2648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2b8e79ebbbf564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aa144e110edee61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1ef73c10f80ba71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fc293095d061d6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能解释Verifier的机制；2) 能对比Stop的取舍；3) 能跑通 harness.py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概念详解：Verifier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「Verifier」指越跑越偏。在企业级语境下，它同时约束接口契约、生命周期与治理边界，而不只是一个名词。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把Verifier讲透：是什么、不是什么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「Verifier」指越跑越偏。在企业级语境下，它同时约束接口契约、生命周期与治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防止维度：越跑越偏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要点维度：越跑越偏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图：Verifier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正确姿势：先定义「Verifier」的契约与不变量，再谈实现；所有旁路都必须被审计。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常见误用：把「Verifier」当成一次性胶水代码，没有版本、没有度量、没有回滚路径。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契约（概念1 Verifier）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实现（概念1 Verifier）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把「Verifier」落到业务：先小流量灰度验证效果与成本，再逐步放开租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「Verifier」典型故障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「Verifier」的选型以证据与约束为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概念详解：Stop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对「Stop Condition」的正确定位是：不知何时结束；它是可观测、可治理、可演进的稳定工程对象。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把Stop Condition讲透：是什么、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对「Stop Condition」的正确定位是：不知何时结束；它是可观测、可治理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防止维度：不知何时结束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要点维度：不知何时结束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从数据流看「Stop Condition」：上游产出受控载荷，经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图：Stop Condition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正确姿势：把「Stop Condition」的决策依据落成证据（Trace/Eval）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常见误用：用相关性绕过「Stop Condition」的硬性过滤，短期省事，长期必然越权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契约（概念2 Stop Condition）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实现（概念2 Stop Condition）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 Condition」的应用入口在本课程 DataAgent：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「Stop Conditio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「Stop Condition」的选型以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 Condition」优化一：把人工经验固化为资产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 Condition」优化二：建立基线对照（关闭/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「Analysis State」的本质是无法恢复/解释。理解它的关键是分清模型能做的与系统必须兜底的。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把Analysis State讲透：是什么、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State」的本质是无法恢复/解释。理解它的关键是分清模型能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防止维度：无法恢复/解释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要点维度：无法恢复/解释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State」的机制核心是解耦：策略与执行分离、状态与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图：Analysis State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正确姿势：为「Analysis State」设置显式预算与停止条件，宁可慢一点，不可失控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里验证「Analysis State」的正常路径，故障注入一跑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契约（概念3 Analysis State）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实现（概念3 Analysis State）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上线「Analysis State」前自检三问：失败会怎样？谁能审计？回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「Analysis Stat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「Analysis State」的选型以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把「AutonomyBudget」当工程对象看：无限循环/花钱/调用。它有明确的输入契约、失败语义与度量口径。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把AutonomyBudget讲透：是什么、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把「AutonomyBudget」当工程对象看：无限循环/花钱/调用。它有明确的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防止维度：无限循环/花钱/调用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要点维度：无限循环/花钱/调用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「AutonomyBudget」之所以可靠，是因为它把不确定性关进笼子：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图：AutonomyBudget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正确姿势：先定义「AutonomyBudget」的契约与不变量，再谈实现；所有旁路都必须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常见误用：把「AutonomyBudget」当成一次性胶水代码，没有版本、没有度量、没有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契约（概念4 AutonomyBudget）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实现（概念4 AutonomyBudget）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把「AutonomyBudget」落到业务：先小流量灰度验证效果与成本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「AutonomyBudge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「AutonomyBudget」的选型以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「AutonomyBudget」优化一：把人工经验固化为资产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「AutonomyBudget」优化二：建立基线对照（关闭/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核心：Verifi、Stop、Analys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Verifier的定义与边界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harness.py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常见误用：把「Verifier」当成一次性胶水代码，没有版本、没有度量、没有回滚路径。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正确姿势：把「Verifier」的决策依据落成证据（Trace/Eval），而不是凭经验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反模式对照：Stop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常见误用：把「Stop」当成一次性胶水代码，没有版本、没有度量、没有回滚路径。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正确姿势：把「Stop」的决策依据落成证据（Trace/Eval），而不是凭经验拍板。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反模式对照：Analysis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常见误用：把「Analysis」当成一次性胶水代码，没有版本、没有度量、没有回滚路径。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正确姿势：把「Analysis」的决策依据落成证据（Trace/Eval），而不是凭经验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反模式对照：AutonomyBu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常见误用：把「AutonomyBu」当成一次性胶水代码，没有版本、没有度量、没有回滚路径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正确姿势：把「AutonomyBu」的决策依据落成证据（Trace/Eval），而不是凭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正确姿势：为「Verifier」设置显式预算与停止条件，宁可慢一点，不可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考核问答：Stop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正确姿势：为「Stop」设置显式预算与停止条件，宁可慢一点，不可失控。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考核问答：Analysis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正确姿势：为「Analysis」设置显式预算与停止条件，宁可慢一点，不可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考核问答：AutonomyBu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正确姿势：为「AutonomyBu」设置显式预算与停止条件，宁可慢一点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经营分析中需要Verifier能力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「Verifier」的应用入口在本课程 DataAgent：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的 Verifier 增加一条'指标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第16讲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