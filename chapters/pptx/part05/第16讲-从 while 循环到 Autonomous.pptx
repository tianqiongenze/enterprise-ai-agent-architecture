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16 从 while 循环到 Autonomous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第五篇（Agent Harness 与 Runtime 工程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第16讲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核心概念：机制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防止的三个关键要点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Verifier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越跑越偏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Stop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不知何时结束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Verifier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越跑越偏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Stop Condition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不知何时结束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Analysis State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无法恢复/解释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Verifier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越跑越偏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Stop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不知何时结束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Analysis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无法恢复/解释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代码落点：dataagent/infra/runtime/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课程第16讲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机制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越跑越偏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Stop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不知何时结束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给 DataAgent 的 Verifier 增加一条'指标口径已确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 从 while 循环到 Autonomous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给 DataAgent 的 Verifier 增加一条'指标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第16讲 · 第五篇（Agent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