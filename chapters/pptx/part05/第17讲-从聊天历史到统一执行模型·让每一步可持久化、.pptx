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3d4971fb50b4c6f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8f1da719f4bf549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从聊天历史到统一执行模型：让每一步可持久化、可追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能解释Run的机制；2) 能对比Step的取舍；3)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核心概念：对象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含义的三个关键要点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Run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Run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Event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不可变过程事件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Run：一次任务全生命周期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Step：演进中的一步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对象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增加一次模拟崩溃，验证从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从聊天历史到统一执行模型：让每一步可持久化、可追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增加一次模拟崩溃，验证从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第17讲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