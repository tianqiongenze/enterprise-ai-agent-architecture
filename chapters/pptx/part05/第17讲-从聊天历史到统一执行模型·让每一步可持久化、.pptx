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17 从聊天历史到统一执行模型：让每一步可持久化、可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第五篇（Agent Harness 与 Runtime 工程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第17讲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核心概念：对象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含义的三个关键要点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Run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一次任务全生命周期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Step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演进中的一步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Run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一次任务全生命周期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Step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演进中的一步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Event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不可变过程事件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Run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一次任务全生命周期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Step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演进中的一步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Event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不可变过程事件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代码落点：dataagent/contracts/runtime.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对象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一次任务全生命周期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Step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演进中的一步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dataagent/contracts/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增加一次模拟崩溃，验证从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 从聊天历史到统一执行模型：让每一步可持久化、可追踪、可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增加一次模拟崩溃，验证从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第17讲 · 第五篇（Agent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