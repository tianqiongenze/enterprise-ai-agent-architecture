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a2e299877c8ddf4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edbe665680a55b1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d4e59ab66d2ccbc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0ec3c9ee07241e5.pn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e950f54de4eb859.pn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b8e13f3ee4a71bb.pn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292ec8c3736159b.pn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dd3d97f412fcb65.pn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5e63d87b233accb.pn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cd8eece1d6a9815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5eaf922567b928a.png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698842ad206fb81.png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7e4bdf076ca70a1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9272b61af155b69.png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644e1c68deef081.png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0190607ca8c853f.png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7f7c18e9c2ef14c.png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1004cef23c028f9.png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18962eb9e2d734e.png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df642c4f967da15.png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417024d4b661303.png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340fc0f2907335d.png"/>
</Relationships>
</file>

<file path=ppt/slides/_rels/slide6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从聊天历史到统一执行模型：让每一步可持久化、可追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Agent Runtime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第17讲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9F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0F9F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0F9F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8E6E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8E6E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能解释Run的机制；2) 能对比Step的取舍；3) 能跑通 runtime.py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从聊天历史到统一执行模型：让每一步可持久化、可追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概念详解：Run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「Run」指一次任务全生命周期。在企业级语境下，它同时约束接口契约、生命周期与治理边界，而不只是一个名词。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从聊天历史到统一执行模型：让每一步可持久化、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定义与内涵：Run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把Run讲透：是什么、不是什么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「Run」指一次任务全生命周期。在企业级语境下，它同时约束接口契约、生命周期与治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含义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含义维度：一次任务全生命周期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要点维度：一次任务全生命周期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机制图解：Run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「Run」的运行机制分三步：输入契约校验 → 核心转换执行 → 结果验证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图：Run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深入原理：Run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正确姿势：先定义「Run」的契约与不变量，再谈实现；所有旁路都必须被审计。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常见误用：把「Run」当成一次性胶水代码，没有版本、没有度量、没有回滚路径。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代码契约：Run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契约（概念1 Run）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代码实现：Run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实现（概念1 Run）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代码测试：Run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测试（概念1 Run）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应用实践：Run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把「Run」落到业务：先小流量灰度验证效果与成本，再逐步放开租户范围。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陷阱与排查：Run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「Run」典型故障：静默失败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工程决策：Run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「Run」的选型以证据与约束为准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优化拓展：Run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「Run」优化一：把人工经验固化为资产（规则/Skill/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「Run」优化二：建立基线对照（关闭/盲选/受控三组）证明增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概念详解：Step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对「Step」的正确定位是：演进中的一步；它是可观测、可治理、可演进的稳定工程对象。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从聊天历史到统一执行模型：让每一步可持久化、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定义与内涵：Step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把Step讲透：是什么、不是什么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对「Step」的正确定位是：演进中的一步；它是可观测、可治理、可演进的稳定工程对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含义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含义维度：演进中的一步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要点维度：演进中的一步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机制图解：Step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从数据流看「Step」：上游产出受控载荷，经 runtime.py 中的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图：Step 的机制与数据流（cycle 视角）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深入原理：Step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正确姿势：把「Step」的决策依据落成证据（Trace/Eval），而不是凭经验拍板。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常见误用：用相关性绕过「Step」的硬性过滤，短期省事，长期必然越权或漂移。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代码契约：Step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契约（概念2 Step）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代码实现：Step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实现（概念2 Step）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代码测试：Step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测试（概念2 Step）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应用实践：Step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「Step」的应用入口在本课程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陷阱与排查：Step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「Step」典型故障：成本失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工程决策：Step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「Step」的选型以证据与约束为准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优化拓展：Step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「Step」优化一：把人工经验固化为资产（规则/Skill/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「Step」优化二：建立基线对照（关闭/盲选/受控三组）证明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概念详解：Event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「Event」的本质是不可变过程事件。理解它的关键是分清模型能做的与系统必须兜底的。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从聊天历史到统一执行模型：让每一步可持久化、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定义与内涵：Event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把Event讲透：是什么、不是什么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「Event」的本质是不可变过程事件。理解它的关键是分清模型能做的与系统必须兜底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含义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含义维度：不可变过程事件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要点维度：不可变过程事件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机制图解：Event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「Event」的机制核心是解耦：策略与执行分离、状态与过程分离、权限与相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图：Event 的机制与数据流（layers 视角）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深入原理：Event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正确姿势：为「Event」设置显式预算与停止条件，宁可慢一点，不可失控。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里验证「Event」的正常路径，故障注入一跑就现出原形。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代码契约：Event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契约（概念3 Event）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代码实现：Event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实现（概念3 Event）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代码测试：Event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测试（概念3 Event）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应用实践：Event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上线「Event」前自检三问：失败会怎样？谁能审计？回滚要多久？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陷阱与排查：Event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「Event」典型故障：上下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工程决策：Event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「Event」的选型以证据与约束为准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优化拓展：Event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「Event」优化一：把人工经验固化为资产（规则/Skill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「Event」优化二：建立基线对照（关闭/盲选/受控三组）证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概念详解：Checkpoint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把「Checkpoint」当工程对象看：可恢复快照。它有明确的输入契约、失败语义与度量口径。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从聊天历史到统一执行模型：让每一步可持久化、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定义与内涵：Checkpoint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把Checkpoint讲透：是什么、不是什么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把「Checkpoint」当工程对象看：可恢复快照。它有明确的输入契约、失败语义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含义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含义维度：可恢复快照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要点维度：可恢复快照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机制图解：Checkpoint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「Checkpoint」之所以可靠，是因为它把不确定性关进笼子：预算、超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图：Checkpoint 的机制与数据流（hub 视角）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深入原理：Checkpoint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正确姿势：先定义「Checkpoint」的契约与不变量，再谈实现；所有旁路都必须被审计。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常见误用：把「Checkpoint」当成一次性胶水代码，没有版本、没有度量、没有回滚路径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代码契约：Checkpoint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契约（概念4 Checkpoint）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代码实现：Checkpoint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实现（概念4 Checkpoint）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代码测试：Checkpoint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测试（概念4 Checkpoint）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应用实践：Checkpoint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把「Checkpoint」落到业务：先小流量灰度验证效果与成本，再逐步放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陷阱与排查：Checkpoint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「Checkpoint」典型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工程决策：Checkpoint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「Checkpoint」的选型以证据与约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优化拓展：Checkpoint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「Checkpoint」优化一：把人工经验固化为资产（规则/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「Checkpoint」优化二：建立基线对照（关闭/盲选/受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概念详解：Timeline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「Timeline」指可解释轨迹。在企业级语境下，它同时约束接口契约、生命周期与治理边界，而不只是一个名词。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从聊天历史到统一执行模型：让每一步可持久化、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定义与内涵：Timeline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把Timeline讲透：是什么、不是什么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「Timeline」指可解释轨迹。在企业级语境下，它同时约束接口契约、生命周期与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含义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含义维度：可解释轨迹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要点维度：可解释轨迹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机制图解：Timeline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「Timeline」的运行机制分三步：输入契约校验 → 核心转换执行 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图：Timeline 的机制与数据流（flow_v 视角）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深入原理：Timeline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正确姿势：把「Timeline」的决策依据落成证据（Trace/Eval），而不是凭经验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常见误用：用相关性绕过「Timeline」的硬性过滤，短期省事，长期必然越权或漂移。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代码契约：Timeline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契约（概念5 Timeline）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代码实现：Timeline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实现（概念5 Timeline）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代码测试：Timeline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测试（概念5 Timeline）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应用实践：Timeline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「Timeline」的应用入口在本课程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陷阱与排查：Timeline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「Timeline」典型故障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工程决策：Timeline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「Timeline」的选型以证据与约束为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优化拓展：Timeline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「Timeline」优化一：把人工经验固化为资产（规则/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「Timeline」优化二：建立基线对照（关闭/盲选/受控三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核心：Run、Step、Event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从聊天历史到统一执行模型：让每一步可持久化、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从聊天历史到统一执行模型：让每一步可持久化、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延伸阅读：Run/Step/Event 统一执行模型与故障恢复。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从聊天历史到统一执行模型：让每一步可持久化、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从聊天历史到统一执行模型：让每一步可持久化、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Run的定义与边界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自主与流程的混合编排：Harness 负责探索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runtime.py 对应用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从聊天历史到统一执行模型：让每一步可持久化、可追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0F9F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为 DataAgent 增加一次模拟崩溃，验证从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第17讲 · Agent Runtime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9F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