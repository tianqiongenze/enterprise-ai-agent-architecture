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36b59168e231509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a8749cdca8b1d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a379a0cd0eebfde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a0563eaa3e923a6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6cabfcb1a40404e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5e78032559e1ab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70263967063b1cf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ec8ab680946f4c7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e8387e10dcc4c4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fe0bef7fb01e059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拆解 AI Agent 工程师核心能力模型：找到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能解释L1的机制；2) 能对比L2的取舍；3)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工程师核心能力模型：找到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「L1」指功能开发。在企业级语境下，它同时约束接口契约、生命周期与治理边界，而不只是一个名词。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把L1讲透：是什么、不是什么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「L1」指功能开发。在企业级语境下，它同时约束接口契约、生命周期与治理边界，而不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名称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名称维度：功能开发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负责范围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负责范围维度：既有架构下完成功能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「L1」的运行机制分三步：输入契约校验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图：L1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正确姿势：先定义「L1」的契约与不变量，再谈实现；所有旁路都必须被审计。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常见误用：把「L1」当成一次性胶水代码，没有版本、没有度量、没有回滚路径。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L1）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把「L1」落到业务：先小流量灰度验证效果与成本，再逐步放开租户范围。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「L1」典型故障：静默失败—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覆盖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软件工程/LLM/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任务建模/控制权/状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「L1」的选型以证据与约束为准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「L1」优化一：把人工经验固化为资产（规则/Skill/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「L1」优化二：建立基线对照（关闭/盲选/受控三组）证明增量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对「L2」的正确定位是：业务交付；它是可观测、可治理、可演进的稳定工程对象。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把L2讲透：是什么、不是什么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对「L2」的正确定位是：业务交付；它是可观测、可治理、可演进的稳定工程对象。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名称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名称维度：业务交付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负责范围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负责范围维度：一条 Context/Tool/State/Eval 链路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从数据流看「L2」：上游产出受控载荷，经 DataAgent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图：L2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正确姿势：把「L2」的决策依据落成证据（Trace/Eval），而不是凭经验拍板。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常见误用：用相关性绕过「L2」的硬性过滤，短期省事，长期必然越权或漂移。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L2）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「L2」的应用入口在本课程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「L2」典型故障：成本失控—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产出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可运行系统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架构方案+ADR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「L2」的选型以证据与约束为准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「L2」优化一：把人工经验固化为资产（规则/Skill/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「L2」优化二：建立基线对照（关闭/盲选/受控三组）证明增量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「L3」的本质是系统设计。理解它的关键是分清模型能做的与系统必须兜底的。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把L3讲透：是什么、不是什么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「L3」的本质是系统设计。理解它的关键是分清模型能做的与系统必须兜底的。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名称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名称维度：系统设计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负责范围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负责范围维度：Runtime/可靠/安全/成本/可观测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「L3」的机制核心是解耦：策略与执行分离、状态与过程分离、权限与相关性分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图：L3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正确姿势：为「L3」设置显式预算与停止条件，宁可慢一点，不可失控。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里验证「L3」的正常路径，故障注入一跑就现出原形。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L3）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上线「L3」前自检三问：失败会怎样？谁能审计？回滚要多久？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「L3」典型故障：上下文漂移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覆盖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软件工程/LLM/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任务建模/控制权/状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「L3」的选型以证据与约束为准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「L3」优化一：把人工经验固化为资产（规则/Skill/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「L3」优化二：建立基线对照（关闭/盲选/受控三组）证明增量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把「L4」当工程对象看：平台演进。它有明确的输入契约、失败语义与度量口径。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把L4讲透：是什么、不是什么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把「L4」当工程对象看：平台演进。它有明确的输入契约、失败语义与度量口径。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名称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名称维度：平台演进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负责范围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负责范围维度：共享基础设施/工程标准/持续评测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「L4」之所以可靠，是因为它把不确定性关进笼子：预算、超时、重试、审计四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图：L4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正确姿势：先定义「L4」的契约与不变量，再谈实现；所有旁路都必须被审计。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常见误用：把「L4」当成一次性胶水代码，没有版本、没有度量、没有回滚路径。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L4）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把「L4」落到业务：先小流量灰度验证效果与成本，再逐步放开租户范围。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「L4」典型故障：静默失败—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产出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可运行系统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架构方案+ADR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「L4」的选型以证据与约束为准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「L4」优化一：把人工经验固化为资产（规则/Skill/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「L4」优化二：建立基线对照（关闭/盲选/受控三组）证明增量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核心：L1、L2、L3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拆解 AI Agent 工程师核心能力模型：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L1的定义与边界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常见误用：把「L1」当成一次性胶水代码，没有版本、没有度量、没有回滚路径。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正确姿势：把「L1」的决策依据落成证据（Trace/Eval），而不是凭经验拍板。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反模式对照：L2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常见误用：把「L2」当成一次性胶水代码，没有版本、没有度量、没有回滚路径。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正确姿势：把「L2」的决策依据落成证据（Trace/Eval），而不是凭经验拍板。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反模式对照：L3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常见误用：把「L3」当成一次性胶水代码，没有版本、没有度量、没有回滚路径。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正确姿势：把「L3」的决策依据落成证据（Trace/Eval），而不是凭经验拍板。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反模式对照：L4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常见误用：把「L4」当成一次性胶水代码，没有版本、没有度量、没有回滚路径。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正确姿势：把「L4」的决策依据落成证据（Trace/Eval），而不是凭经验拍板。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考核问答：L1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「L1」的运行机制分三步：输入契约校验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正确姿势：为「L1」设置显式预算与停止条件，宁可慢一点，不可失控。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拆解 AI Agent 工程师核心能力模型：找到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选出你当前所处级别，列出到更高一级需补的三项能力。第二/九篇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第03讲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