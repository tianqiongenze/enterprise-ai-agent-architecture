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df092fab4638b16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1a1ffecd936104e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拆解 AI Agent 工程师核心能力模型：找到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能解释L1的机制；2) 能对比L2的取舍；3)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拆解 AI Agent 工程师核心能力模型：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核心概念：级别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名称的三个关键要点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L1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功能开发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L2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业务交付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L1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功能开发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L2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业务交付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L3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系统设计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L1：功能开发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L2：业务交付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维度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技术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架构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覆盖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软件工程/LLM/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任务建模/控制权/状态/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产出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可运行系统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架构方案+ADR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拆解 AI Agent 工程师核心能力模型：找到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选出你当前所处级别，列出到更高一级需补的三项能力。第二/九篇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第03讲 · AI 核心认知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