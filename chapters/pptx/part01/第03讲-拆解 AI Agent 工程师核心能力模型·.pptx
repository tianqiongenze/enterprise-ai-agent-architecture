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03 拆解 AI Agent 工程师核心能力模型：找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第一篇（AI 核心认知篇）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核心概念：级别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名称的三个关键要点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功能开发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L2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业务交付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L1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功能开发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L2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业务交付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L3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系统设计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L1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功能开发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L2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业务交付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L3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系统设计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代码落点：docs/01-SDD规格说明书.md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维度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架构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覆盖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软件工程/LLM/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任务建模/控制权/状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产出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可运行系统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架构方案+ADR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 拆解 AI Agent 工程师核心能力模型：找到最优晋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选出你当前所处级别，列出到更高一级需补的三项能力。第二/九篇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第03讲 · 第一篇（AI 核心认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