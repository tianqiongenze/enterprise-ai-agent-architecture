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8cd31df115b9c5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6cb4341d5a00df7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66CC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能解释ReAct的机制；2) 能对比Plan-and-的取舍；3)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核心概念：范式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机制的三个关键要点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ReAct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决策-行动-观察循环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Plan-and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先规划后执行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ReAct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决策-行动-观察循环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Plan-and-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先规划后执行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Prompt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管道串联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ReAct：决策-行动-观察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Plan-and：先规划后执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5F7FA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候选方案与取舍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证据驱动的架构选型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课程第02讲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AI 核心认知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维度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Autonomous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Workflow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灵活度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可控性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成本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高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低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候选方案 × 取舍矩阵决定架构决策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 Agent 本质到核心范式：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企业应优先用 Workflow 承载确定性环节、用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第02讲 · AI 核心认知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