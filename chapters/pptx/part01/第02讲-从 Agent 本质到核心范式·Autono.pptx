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d2f264483216b9f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062f5c5dae017ce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b9358dc60c3cfbf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82c7b956acfb769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c5cf3e1279b74c9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a68635da58e676b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3808be838b126b2.pn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3f0d733b7be1021.pn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102022972636245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0b8363d5e6818db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d8d774aaa4091c8.png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47edebfd1b65f58.pn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652bcb0c7e32453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29be4b5a14728f0.pn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2555d93fa3bcd92.pn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a26e3ad12e9bdc5.png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84521b4923c7fd3.png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12766abcc9908d7.pn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58cf1bda9a18232.png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3ccb674af3515f1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1521ca4e1dcd84.png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a53c6a70fde413a.png"/>
</Relationships>
</file>

<file path=ppt/slides/_rels/slide6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核心认知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第02讲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5D3E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5D3E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能解释ReAct的机制；2) 能对比Plan-and-的取舍；3) 能跑通 runtime.py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概念详解：ReAct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「ReAct」指决策-行动-观察循环。在企业级语境下，它同时约束接口契约、生命周期与治理边界，而不只是一个名词。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定义与内涵：ReAct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把ReAct讲透：是什么、不是什么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「ReAct」指决策-行动-观察循环。在企业级语境下，它同时约束接口契约、生命周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机制维度：决策-行动-观察循环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优点维度：灵活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机制图解：ReAct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「ReAct」的运行机制分三步：输入契约校验 → 核心转换执行 → 结果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图：ReAct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深入原理：ReAct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正确姿势：先定义「ReAct」的契约与不变量，再谈实现；所有旁路都必须被审计。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常见误用：把「ReAct」当成一次性胶水代码，没有版本、没有度量、没有回滚路径。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代码契约：ReAct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契约（概念1 ReAct）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代码实现：ReAct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实现（概念1 ReAct）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代码测试：ReAct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测试（概念1 ReAct）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应用实践：ReAct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把「ReAct」落到业务：先小流量灰度验证效果与成本，再逐步放开租户范围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陷阱与排查：ReAct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「ReAct」典型故障：静默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工程决策：ReAct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灵活度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高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低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「ReAct」的选型以证据与约束为准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优化拓展：ReAct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「ReAct」优化一：把人工经验固化为资产（规则/Skill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「ReAct」优化二：建立基线对照（关闭/盲选/受控三组）证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概念详解：Plan-and-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对「Plan-and-」的正确定位是：先规划后执行；它是可观测、可治理、可演进的稳定工程对象。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定义与内涵：Plan-and-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把Plan-and-讲透：是什么、不是什么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对「Plan-and-」的正确定位是：先规划后执行；它是可观测、可治理、可演进的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机制维度：先规划后执行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优点维度：全局可控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机制图解：Plan-and-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从数据流看「Plan-and-」：上游产出受控载荷，经 runtime.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图：Plan-and- 的机制与数据流（cycle 视角）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深入原理：Plan-and-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正确姿势：把「Plan-and-」的决策依据落成证据（Trace/Eval），而不是凭经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常见误用：用相关性绕过「Plan-and-」的硬性过滤，短期省事，长期必然越权或漂移。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代码契约：Plan-and-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契约（概念2 Plan-and-）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代码实现：Plan-and-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实现（概念2 Plan-and-）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代码测试：Plan-and-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测试（概念2 Plan-and-）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应用实践：Plan-and-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「Plan-and-」的应用入口在本课程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陷阱与排查：Plan-and-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「Plan-and-」典型故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工程决策：Plan-and-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可控性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低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高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「Plan-and-」的选型以证据与约束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优化拓展：Plan-and-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「Plan-and-」优化一：把人工经验固化为资产（规则/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「Plan-and-」优化二：建立基线对照（关闭/盲选/受控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概念详解：Prompt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「Prompt」的本质是管道串联。理解它的关键是分清模型能做的与系统必须兜底的。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把Prompt讲透：是什么、不是什么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「Prompt」的本质是管道串联。理解它的关键是分清模型能做的与系统必须兜底的。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机制维度：管道串联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优点维度：简单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「Prompt」的机制核心是解耦：策略与执行分离、状态与过程分离、权限与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图：Prompt 的机制与数据流（layers 视角）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正确姿势：为「Prompt」设置显式预算与停止条件，宁可慢一点，不可失控。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里验证「Prompt」的正常路径，故障注入一跑就现出原形。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契约（概念3 Prompt）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实现（概念3 Prompt）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测试（概念3 Prompt）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上线「Prompt」前自检三问：失败会怎样？谁能审计？回滚要多久？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「Prompt」典型故障：上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成本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高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低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「Prompt」的选型以证据与约束为准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优化拓展：Prompt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「Prompt」优化一：把人工经验固化为资产（规则/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「Prompt」优化二：建立基线对照（关闭/盲选/受控三组）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概念详解：Routing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把「Routing」当工程对象看：条件分派。它有明确的输入契约、失败语义与度量口径。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把Routing讲透：是什么、不是什么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把「Routing」当工程对象看：条件分派。它有明确的输入契约、失败语义与度量口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机制维度：条件分派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优点维度：精确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「Routing」之所以可靠，是因为它把不确定性关进笼子：预算、超时、重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图：Routing 的机制与数据流（hub 视角）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正确姿势：先定义「Routing」的契约与不变量，再谈实现；所有旁路都必须被审计。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常见误用：把「Routing」当成一次性胶水代码，没有版本、没有度量、没有回滚路径。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契约（概念4 Routing）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实现（概念4 Routing）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测试（概念4 Routing）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把「Routing」落到业务：先小流量灰度验证效果与成本，再逐步放开租户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「Routing」典型故障：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适用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开放/探索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固定/合规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「Routing」的选型以证据与约束为准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「Routing」优化一：把人工经验固化为资产（规则/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「Routing」优化二：建立基线对照（关闭/盲选/受控三组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「Parallelizatio」指并行。在企业级语境下，它同时约束接口契约、生命周期与治理边界，而不只是一个名词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定义与内涵：Parallelizatio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把Parallelizatio讲透：是什么、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「Parallelizatio」指并行。在企业级语境下，它同时约束接口契约、生命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机制维度：并行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优点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优点维度：快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机制图解：Parallelizatio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「Parallelizatio」的运行机制分三步：输入契约校验 → 核心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图：Parallelizatio 的机制与数据流（flow_v 视角）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深入原理：Parallelizatio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正确姿势：把「Parallelizatio」的决策依据落成证据（Trace/Eval）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常见误用：用相关性绕过「Parallelizatio」的硬性过滤，短期省事，长期必然越权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代码契约：Parallelizatio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契约（概念5 Parallelizatio）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代码实现：Parallelizatio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代码：runtime.py · 实现（概念5 Parallelizatio）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代码测试：Parallelizatio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测试切面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文件：test_llm_runtime.py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切面：测试——先读接口再读实现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代码：test_llm_runtime.py · 测试（概念5 Parallelizatio）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应用实践：Parallelizatio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「Parallelizatio」的应用入口在本课程 DataAgent：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陷阱与排查：Parallelizatio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「Parallelizati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工程决策：Parallelizatio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灵活度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高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低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「Parallelizatio」的选型以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优化拓展：Parallelizatio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「Parallelizatio」优化一：把人工经验固化为资产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「Parallelizatio」优化二：建立基线对照（关闭/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核心：ReAct、Plan-、Prompt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延伸阅读：从训推机理到 Agent Harness 的能力迁移地图。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ReAct的定义与边界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runtime.py 对应用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 Agent 本质到核心范式：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企业应优先用 Workflow 承载确定性环节、用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第02讲 · AI 核心认知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