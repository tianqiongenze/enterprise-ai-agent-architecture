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02 从 Agent 本质到核心范式：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第一篇（AI 核心认知篇）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核心概念：范式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机制的三个关键要点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ReAct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决策-行动-观察循环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Plan-and-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先规划后执行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ReAct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决策-行动-观察循环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Plan-and-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先规划后执行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管道串联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ReAct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决策-行动-观察循环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Plan-and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先规划后执行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管道串联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代码落点：dataagent/contracts/runtime.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维度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Autonomous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Workflow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灵活度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可控性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成本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 从 Agent 本质到核心范式：Autonomous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企业应优先用 Workflow 承载确定性环节、用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第02讲 · 第一篇（AI 核心认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