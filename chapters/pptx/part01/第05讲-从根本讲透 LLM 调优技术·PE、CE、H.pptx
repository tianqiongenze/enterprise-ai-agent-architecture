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f6b3bd2a0cb69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d1dacf1b0aed0c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23d9c637882f6f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130ff9fee6e019b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16e069be0bb866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3223fe9b0a59e4f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6ab08fbdaf0a7a8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d61127dca9c88c4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016a99b825976d5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bfd3d4f338260e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20ff3fc421affa6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723aa8b8eb0efd2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090f6b40669dfc2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d6a44bca72a793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90b4d6d3403c871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227f12273970ee2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98f58f41b54b1a5.png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从根本讲透 LLM 调优技术：PE、CE、HE、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能解释PE的机制；2) 能对比CE的取舍；3) 能跑通 assembler.py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调优技术：PE、CE、HE、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「PE」指表达目标。在企业级语境下，它同时约束接口契约、生命周期与治理边界，而不只是一个名词。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「PE」指表达目标。在企业级语境下，它同时约束接口契约、生命周期与治理边界，而不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作用维度：表达目标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视角维度：写好 Prompt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正确姿势：先定义「PE」的契约与不变量，再谈实现；所有旁路都必须被审计。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契约（概念1 PE）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实现（概念1 PE）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把「PE」落到业务：先小流量灰度验证效果与成本，再逐步放开租户范围。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「PE」典型故障：静默失败—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「PE」的选型以证据与约束为准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对「CE」的正确定位是：准备信息；它是可观测、可治理、可演进的稳定工程对象。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对「CE」的正确定位是：准备信息；它是可观测、可治理、可演进的稳定工程对象。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作用维度：准备信息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视角维度：构建上下文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从数据流看「CE」：上游产出受控载荷，经 assembler.py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图：CE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常见误用：用相关性绕过「CE」的硬性过滤，短期省事，长期必然越权或漂移。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契约（概念2 CE）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实现（概念2 CE）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「CE」的应用入口在本课程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「CE」典型故障：成本失控—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「CE」的选型以证据与约束为准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概念详解：HE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「HE」的本质是调用工具。理解它的关键是分清模型能做的与系统必须兜底的。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把HE讲透：是什么、不是什么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「HE」的本质是调用工具。理解它的关键是分清模型能做的与系统必须兜底的。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作用维度：调用工具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视角维度：声明工具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图：HE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正确姿势：为「HE」设置显式预算与停止条件，宁可慢一点，不可失控。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里验证「HE」的正常路径，故障注入一跑就现出原形。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契约（概念3 HE）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实现（概念3 HE）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上线「HE」前自检三问：失败会怎样？谁能审计？回滚要多久？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「HE」典型故障：上下文漂移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「HE」的选型以证据与约束为准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把「LE」当工程对象看：迭代验证。它有明确的输入契约、失败语义与度量口径。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把「LE」当工程对象看：迭代验证。它有明确的输入契约、失败语义与度量口径。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作用维度：迭代验证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视角维度：逐步逼近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图：LE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契约（概念4 LE）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实现（概念4 LE）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把「LE」落到业务：先小流量灰度验证效果与成本，再逐步放开租户范围。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「LE」典型故障：静默失败—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「LE」的选型以证据与约束为准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「GE」指编排复杂。在企业级语境下，它同时约束接口契约、生命周期与治理边界，而不只是一个名词。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把GE讲透：是什么、不是什么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「GE」指编排复杂。在企业级语境下，它同时约束接口契约、生命周期与治理边界，而不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作用维度：编排复杂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视角维度：定义图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图：GE 的机制与数据流（flow_v 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正确姿势：把「GE」的决策依据落成证据（Trace/Eval），而不是凭经验拍板。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常见误用：用相关性绕过「GE」的硬性过滤，短期省事，长期必然越权或漂移。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契约（概念5 GE）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实现（概念5 GE）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「GE」典型故障：成本失控—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「GE」的选型以证据与约束为准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核心：PE、CE、HE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assembler.py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从根本讲透 LLM 调优技术：PE、CE、HE、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以'指标口径'为例说明：为什么不能只把口径写进 Prompt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第05讲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