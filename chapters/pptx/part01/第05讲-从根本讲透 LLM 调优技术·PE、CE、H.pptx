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05 从根本讲透 LLM 调优技术：PE、CE、HE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第一篇（AI 核心认知篇）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第05讲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作用的三个关键要点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PE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表达目标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CE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准备信息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PE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表达目标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CE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准备信息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HE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调用工具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PE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表达目标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CE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准备信息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HE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调用工具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代码落点：dataagent/infra/context/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表达目标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CE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准备信息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以'指标口径'为例说明：为什么不能只把口径写进 Prompt，而要建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 从根本讲透 LLM 调优技术：PE、CE、HE、LE、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以'指标口径'为例说明：为什么不能只把口径写进 Prompt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第05讲 · 第一篇（AI 核心认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