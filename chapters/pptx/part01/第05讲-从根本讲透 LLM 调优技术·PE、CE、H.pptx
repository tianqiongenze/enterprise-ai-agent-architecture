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ac3d8ee3eb915ae4.png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795afcfe8a08488b.png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571750"/>
            <a:ext cx="9906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从根本讲透 LLM 调优技术：PE、CE、HE、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600450"/>
            <a:ext cx="857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20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AI 核心认知 · 教学讲义</a:t>
            </a:r>
          </a:p>
        </p:txBody>
      </p:sp>
      <p:sp>
        <p:nvSpPr>
          <p:cNvPr id="8" name="Line 8"/>
          <p:cNvSpPr/>
          <p:nvPr/>
        </p:nvSpPr>
        <p:spPr>
          <a:xfrm>
            <a:off x="4000500" y="433387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4286250"/>
            <a:ext cx="95250" cy="9525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714750" y="4714875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725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4750" y="5105400"/>
            <a:ext cx="4762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4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第05讲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52750" y="5486400"/>
            <a:ext cx="6286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3" name="Rectangle 1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381500" y="6486525"/>
            <a:ext cx="3429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66CC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学习目标 / Lernziele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1) 能解释PE的机制；2) 能对比CE的取舍；3) 能跑通 assembler.py + harness.py 对应测试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从根本讲透 LLM 调优技术：PE、CE、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核心概念：层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作用的三个关键要点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PE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表达目标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CE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准备信息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PE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表达目标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CE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准备信息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HE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调用工具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架构与执行链路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一图看懂本讲的机制流转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PE：表达目标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CE：准备信息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5F7FA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图：本讲核心对象的执行链路（由讲义表格自动生成）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关键代码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可运行实现与讲解一一对应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契约先行：接口→实现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离线可运行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5F7FA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代码：assembler.py + harness.py · dataagent/infra/context/a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关键证据与结论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用证据支撑工程判断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层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表达目标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CE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准备信息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实战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assembler.py + h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以'指标口径'为例说明：为什么不能只把口径写进 Prompt，而要建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333625"/>
            <a:ext cx="9906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本章小结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238500"/>
            <a:ext cx="857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从根本讲透 LLM 调优技术：PE、CE、HE、</a:t>
            </a:r>
          </a:p>
        </p:txBody>
      </p:sp>
      <p:sp>
        <p:nvSpPr>
          <p:cNvPr id="8" name="Line 8"/>
          <p:cNvSpPr/>
          <p:nvPr/>
        </p:nvSpPr>
        <p:spPr>
          <a:xfrm>
            <a:off x="4381500" y="3857625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381000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429000" y="4238625"/>
            <a:ext cx="5334000" cy="1238250"/>
          </a:xfrm>
          <a:prstGeom prst="roundRect">
            <a:avLst>
              <a:gd name="adj" fmla="val 3077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619500" y="44767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以'指标口径'为例说明：为什么不能只把口径写进 Prompt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00500" y="4838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第05讲 · AI 核心认知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19500" y="51244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619500" y="6486525"/>
            <a:ext cx="4953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课程复现资料 · 可公开分享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