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e25221a388375f5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6dd151225996f63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能解释思维的机制；2) 能对比角色的取舍；3) 能跑通 container.py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核心概念：维度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AI-Enabled的三个关键要点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思维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执行者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思维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执行者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思维：完成任务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角色：执行者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dataagent/app/container.py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风险等级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工具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执行者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Agent+审批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高副作用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禁用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人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 DataAgent 的人工审批网关说明控制权分配：为什么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第04讲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