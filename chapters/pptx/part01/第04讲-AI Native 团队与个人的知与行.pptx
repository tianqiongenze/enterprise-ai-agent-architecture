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04 AI Native 团队与个人的知与行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第一篇（AI 核心认知篇）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第04讲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核心概念：维度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AI-Enabled的三个关键要点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思维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完成任务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角色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执行者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思维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完成任务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角色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执行者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思维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完成任务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角色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执行者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代码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代码落点：dataagent/app/container.py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候选方案与取舍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证据驱动的架构选型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风险等级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工具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执行者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Agent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Agent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低副作用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Agent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Agent+审批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高副作用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禁用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人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候选方案 × 取舍矩阵决定架构决策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 AI Native 团队与个人的知与行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 DataAgent 的人工审批网关说明控制权分配：为什么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第04讲 · 第一篇（AI 核心认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