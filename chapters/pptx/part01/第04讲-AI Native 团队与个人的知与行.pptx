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9d1aea591821fba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d9b6990a9d28570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d21a064a1f471dd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54ae1bea4199029.png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f03bce152ba62ff.pn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a78b16cc9c96c35.pn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64e7b5ec21c960a.png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5cb3e16ad3d36e8.pn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c17b9b593ff5cc6.png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7832fe47dbc6b78.png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a37810a44ea923f.png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d518f3ca597c28d.pn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8841ec3d5c4d6f5.png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098a270db4c3a8b.png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AI Native 团队与个人的知与行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AI 核心认知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第04讲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5D3E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5D3E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能解释思维的机制；2) 能对比角色的取舍；3) 能跑通 container.py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AI Native 团队与个人的知与行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概念详解：思维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「思维」指完成任务。在企业级语境下，它同时约束接口契约、生命周期与治理边界，而不只是一个名词。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AI Native 团队与个人的知与行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定义与内涵：思维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把思维讲透：是什么、不是什么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「思维」指完成任务。在企业级语境下，它同时约束接口契约、生命周期与治理边界，而不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AI-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AI-维度：完成任务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AI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AI维度：对结果负责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机制图解：思维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「思维」的运行机制分三步：输入契约校验 → 核心转换执行 → 结果验证与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图：思维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深入原理：思维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正确姿势：先定义「思维」的契约与不变量，再谈实现；所有旁路都必须被审计。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常见误用：把「思维」当成一次性胶水代码，没有版本、没有度量、没有回滚路径。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代码契约：思维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文件：container.py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代码：container.py · 契约（概念1 思维）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代码实现：思维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文件：container.py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代码：container.py · 实现（概念1 思维）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应用实践：思维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把「思维」落到业务：先小流量灰度验证效果与成本，再逐步放开租户范围。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陷阱与排查：思维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「思维」典型故障：静默失败—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工程决策：思维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Agent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Agent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「思维」的选型以证据与约束为准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优化拓展：思维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「思维」优化一：把人工经验固化为资产（规则/Skill/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「思维」优化二：建立基线对照（关闭/盲选/受控三组）证明增量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概念详解：角色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对「角色」的正确定位是：执行者；它是可观测、可治理、可演进的稳定工程对象。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AI Native 团队与个人的知与行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定义与内涵：角色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把角色讲透：是什么、不是什么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对「角色」的正确定位是：执行者；它是可观测、可治理、可演进的稳定工程对象。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AI-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AI-维度：执行者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AI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AI维度：定义者/审查者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机制图解：角色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从数据流看「角色」：上游产出受控载荷，经 container.py 中的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图：角色 的机制与数据流（cycle 视角）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深入原理：角色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正确姿势：把「角色」的决策依据落成证据（Trace/Eval），而不是凭经验拍板。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常见误用：用相关性绕过「角色」的硬性过滤，短期省事，长期必然越权或漂移。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代码契约：角色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文件：container.py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代码：container.py · 契约（概念2 角色）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代码实现：角色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文件：container.py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代码：container.py · 实现（概念2 角色）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应用实践：角色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「角色」的应用入口在本课程 DataAgent：跑通对应 pytest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陷阱与排查：角色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「角色」典型故障：成本失控—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工程决策：角色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低副作用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Agent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Agent+审批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「角色」的选型以证据与约束为准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优化拓展：角色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「角色」优化一：把人工经验固化为资产（规则/Skill/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「角色」优化二：建立基线对照（关闭/盲选/受控三组）证明增量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概念详解：资产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「资产」的本质是代码。理解它的关键是分清模型能做的与系统必须兜底的。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AI Native 团队与个人的知与行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定义与内涵：资产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把资产讲透：是什么、不是什么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「资产」的本质是代码。理解它的关键是分清模型能做的与系统必须兜底的。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AI-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AI-维度：代码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AI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AI维度：规格+Skill+评测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机制图解：资产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「资产」的机制核心是解耦：策略与执行分离、状态与过程分离、权限与相关性分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图：资产 的机制与数据流（layers 视角）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深入原理：资产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正确姿势：为「资产」设置显式预算与停止条件，宁可慢一点，不可失控。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里验证「资产」的正常路径，故障注入一跑就现出原形。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代码契约：资产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文件：container.py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代码：container.py · 契约（概念3 资产）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代码实现：资产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文件：container.py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代码：container.py · 实现（概念3 资产）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应用实践：资产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上线「资产」前自检三问：失败会怎样？谁能审计？回滚要多久？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陷阱与排查：资产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「资产」典型故障：上下文漂移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工程决策：资产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高副作用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禁用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人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「资产」的选型以证据与约束为准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优化拓展：资产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「资产」优化一：把人工经验固化为资产（规则/Skill/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「资产」优化二：建立基线对照（关闭/盲选/受控三组）证明增量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概念详解：协作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把「协作」当工程对象看：人→机器。它有明确的输入契约、失败语义与度量口径。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AI Native 团队与个人的知与行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定义与内涵：协作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把协作讲透：是什么、不是什么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把「协作」当工程对象看：人→机器。它有明确的输入契约、失败语义与度量口径。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AI-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AI-维度：人→机器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AI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AI维度：人+Agent+确定性系统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机制图解：协作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「协作」之所以可靠，是因为它把不确定性关进笼子：预算、超时、重试、审计四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图：协作 的机制与数据流（hub 视角）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深入原理：协作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正确姿势：先定义「协作」的契约与不变量，再谈实现；所有旁路都必须被审计。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常见误用：把「协作」当成一次性胶水代码，没有版本、没有度量、没有回滚路径。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代码契约：协作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文件：container.py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代码：container.py · 契约（概念4 协作）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代码实现：协作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文件：container.py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代码：container.py · 实现（概念4 协作）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应用实践：协作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把「协作」落到业务：先小流量灰度验证效果与成本，再逐步放开租户范围。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陷阱与排查：协作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「协作」典型故障：静默失败—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工程决策：协作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Agent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Agent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「协作」的选型以证据与约束为准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优化拓展：协作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「协作」优化一：把人工经验固化为资产（规则/Skill/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「协作」优化二：建立基线对照（关闭/盲选/受控三组）证明增量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核心：思维、角色、资产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AI Native 团队与个人的知与行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AI Native 团队与个人的知与行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延伸阅读：从训推机理到 Agent Harness 的能力迁移地图。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AI Native 团队与个人的知与行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AI Native 团队与个人的知与行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思维的定义与边界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container.py 对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反模式对照：思维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常见误用：把「思维」当成一次性胶水代码，没有版本、没有度量、没有回滚路径。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正确姿势：把「思维」的决策依据落成证据（Trace/Eval），而不是凭经验拍板。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反模式对照：角色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常见误用：把「角色」当成一次性胶水代码，没有版本、没有度量、没有回滚路径。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正确姿势：把「角色」的决策依据落成证据（Trace/Eval），而不是凭经验拍板。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反模式对照：资产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常见误用：把「资产」当成一次性胶水代码，没有版本、没有度量、没有回滚路径。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正确姿势：把「资产」的决策依据落成证据（Trace/Eval），而不是凭经验拍板。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反模式对照：协作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常见误用：把「协作」当成一次性胶水代码，没有版本、没有度量、没有回滚路径。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正确姿势：把「协作」的决策依据落成证据（Trace/Eval），而不是凭经验拍板。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考核问答：思维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「思维」的运行机制分三步：输入契约校验 → 核心转换执行 → 结果验证与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正确姿势：为「思维」设置显式预算与停止条件，宁可慢一点，不可失控。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考核问答：角色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「角色」的运行机制分三步：输入契约校验 → 核心转换执行 → 结果验证与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正确姿势：为「角色」设置显式预算与停止条件，宁可慢一点，不可失控。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考核问答：资产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「资产」的运行机制分三步：输入契约校验 → 核心转换执行 → 结果验证与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正确姿势：为「资产」设置显式预算与停止条件，宁可慢一点，不可失控。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考核问答：协作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「协作」的运行机制分三步：输入契约校验 → 核心转换执行 → 结果验证与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正确姿势：为「协作」设置显式预算与停止条件，宁可慢一点，不可失控。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案例研究：思维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DataAgent 里的真实应用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背景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经营分析中需要思维能力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方案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「思维」的应用入口在本课程 DataAgent：跑通对应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结果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实测通过故障注入与回归门禁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AI Native 团队与个人的知与行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 DataAgent 的人工审批网关说明控制权分配：为什么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第04讲 · AI 核心认知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