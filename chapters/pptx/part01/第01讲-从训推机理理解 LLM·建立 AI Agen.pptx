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01 从训推机理理解 LLM：建立 AI 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第一篇（AI 核心认知篇）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核心概念：概念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是什么的三个关键要点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Token /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文本被切成子词单元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输入序列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Token /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文本被切成子词单元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输入序列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Prefill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一次性处理输入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Token /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文本被切成子词单元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输入序列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Prefill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一次性处理输入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代码落点：dataagent/src/dataagent/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能力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交给模型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必须交给系统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语言/推理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精确指标计算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权限判定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01 从训推机理理解 LLM：建立 AI Agent 开发的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完成实战作业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第01讲 · 第一篇（AI 核心认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