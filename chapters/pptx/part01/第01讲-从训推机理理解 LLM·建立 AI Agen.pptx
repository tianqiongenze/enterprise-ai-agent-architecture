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64e87bbab2f8df0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07b7c89cac504d6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57821100085b581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79548c6955bab8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015005cc6d50f3a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3e6a94dea368b6d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b16e5c36b68767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b66b2cb554222b5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6c75e85e780a4ea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9f6cde034f2a553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cb272c7f59e83c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74fb6cc357b756e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dfc0a1322235a87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7ebf3fbe848006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7a61b7bd1fec689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0feaff3f12b652e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0fd3d2df9971f8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从训推机理理解 LLM：建立 AI 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能解释Token的机制；2) 能对比Prompt的取舍；3) 能跑通 model.py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概念详解：Token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「Token」指文本被切成子词单元。在企业级语境下，它同时约束接口契约、生命周期与治理边界，而不只是一个名词。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把Token讲透：是什么、不是什么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「Token」指文本被切成子词单元。在企业级语境下，它同时约束接口契约、生命周期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是什么维度：文本被切成子词单元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Agent维度：计费与窗口都以 token 计，估算成本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图：Token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正确姿势：先定义「Token」的契约与不变量，再谈实现；所有旁路都必须被审计。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常见误用：把「Token」当成一次性胶水代码，没有版本、没有度量、没有回滚路径。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契约（概念1 Token）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实现（概念1 Token）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把「Token」落到业务：先小流量灰度验证效果与成本，再逐步放开租户范围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「Token」典型故障：静默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语言/推理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「Token」的选型以证据与约束为准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优化拓展：Token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「Token」优化二：建立基线对照（关闭/盲选/受控三组）证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概念详解：Prompt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对「Prompt」的正确定位是：输入序列；它是可观测、可治理、可演进的稳定工程对象。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把Prompt讲透：是什么、不是什么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对「Prompt」的正确定位是：输入序列；它是可观测、可治理、可演进的稳定工程对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是什么维度：输入序列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Agent维度：决定模型看到的上下文，但不等于全部上下文工程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从数据流看「Prompt」：上游产出受控载荷，经 model.py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图：Prompt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正确姿势：把「Prompt」的决策依据落成证据（Trace/Eval），而不是凭经验拍板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常见误用：用相关性绕过「Prompt」的硬性过滤，短期省事，长期必然越权或漂移。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契约（概念2 Prompt）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实现（概念2 Prompt）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「Prompt」典型故障：成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精确指标计算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「Prompt」的选型以证据与约束为准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概念详解：Prefill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「Prefill」的本质是一次性处理输入。理解它的关键是分清模型能做的与系统必须兜底的。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把Prefill讲透：是什么、不是什么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「Prefill」的本质是一次性处理输入。理解它的关键是分清模型能做的与系统必须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是什么维度：一次性处理输入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Agent维度：首 token 延迟的主要成本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「Prefill」的机制核心是解耦：策略与执行分离、状态与过程分离、权限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图：Prefill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正确姿势：为「Prefill」设置显式预算与停止条件，宁可慢一点，不可失控。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里验证「Prefill」的正常路径，故障注入一跑就现出原形。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契约（概念3 Prefill）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实现（概念3 Prefill）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上线「Prefill」前自检三问：失败会怎样？谁能审计？回滚要多久？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「Prefill」典型故障：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权限判定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「Prefill」的选型以证据与约束为准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优化拓展：Prefill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「Prefill」优化二：建立基线对照（关闭/盲选/受控三组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概念详解：Decode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把「Decode」当工程对象看：逐个生成 token。它有明确的输入契约、失败语义与度量口径。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把Decode讲透：是什么、不是什么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把「Decode」当工程对象看：逐个生成 token。它有明确的输入契约、失败语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是什么维度：逐个生成 token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Agent维度：输出越长越贵越慢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「Decode」之所以可靠，是因为它把不确定性关进笼子：预算、超时、重试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图：Decode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正确姿势：先定义「Decode」的契约与不变量，再谈实现；所有旁路都必须被审计。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常见误用：把「Decode」当成一次性胶水代码，没有版本、没有度量、没有回滚路径。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契约（概念4 Decode）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实现（概念4 Decode）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把「Decode」落到业务：先小流量灰度验证效果与成本，再逐步放开租户范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「Decode」典型故障：静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工具参数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校验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「Decode」的选型以证据与约束为准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优化拓展：Decode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「Decode」优化一：把人工经验固化为资产（规则/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「Decode」优化二：建立基线对照（关闭/盲选/受控三组）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概念详解：KVCache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「KVCache」指缓存历史注意力键值。在企业级语境下，它同时约束接口契约、生命周期与治理边界，而不只是一个名词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把KVCache讲透：是什么、不是什么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「KVCache」指缓存历史注意力键值。在企业级语境下，它同时约束接口契约、生命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是什么维度：缓存历史注意力键值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对 Agent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 Agent维度：长对话内存/成本成关键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图：KVCache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正确姿势：把「KVCache」的决策依据落成证据（Trace/Eval），而不是凭经验拍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常见误用：用相关性绕过「KVCache」的硬性过滤，短期省事，长期必然越权或漂移。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契约（概念5 KVCache）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文件：model.py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代码：model.py · 实现（概念5 KVCache）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「KVCache」典型故障：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财务副作用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✓(审批)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「KVCache」的选型以证据与约束为准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优化拓展：KVCache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「KVCache」优化二：建立基线对照（关闭/盲选/受控三组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核心：Token、Prompt、Prefil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延伸阅读：从训推机理到 Agent Harness 的能力迁移地图。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从训推机理理解 LLM：建立 AI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Token的定义与边界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model.py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从训推机理理解 LLM：建立 AI Agent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完成实战作业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第01讲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