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91c92db4fd7800a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89e9d41849f55d9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从训推机理理解 LLM：建立 AI 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第01讲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能解释Token的机制；2) 能对比Prompt的取舍；3) 能跑通 model.py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从训推机理理解 LLM：建立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核心概念：概念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是什么的三个关键要点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Token /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文本被切成子词单元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输入序列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Token /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文本被切成子词单元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输入序列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Prefill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一次性处理输入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Token /：文本被切成子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Prompt：输入序列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代码：model.py · dataagent/src/dataagent/contracts/model.py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候选方案与取舍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证据驱动的架构选型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交给模型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必须交给系统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语言/推理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精确指标计算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权限判定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候选方案 × 取舍矩阵决定架构决策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从训推机理理解 LLM：建立 AI Agent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完成实战作业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第01讲 · AI 核心认知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