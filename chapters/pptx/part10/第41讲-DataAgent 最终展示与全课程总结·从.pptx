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38e608f3d321e6d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43f248adfa5dd2d0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B5563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能解释工程质量的机制；2) 能对比风险控制的取舍；3)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核心概念：主线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覆盖篇的三个关键要点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工程质量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工程质量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进化评测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九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工程质量：二/四/五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风险控制：六/七/八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4F5F7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4F5F7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4B5563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课程第41讲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完结篇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主线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二/四/五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风险控制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六/七/八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4B5563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4B5563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F2937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F2937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用一页纸画出 DataAgent 从 M0 到 M4 的演进与三条治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F2937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F2937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DataAgent 最终展示与全课程总结：从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4B5563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4F5F7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用一页纸画出 DataAgent 从 M0 到 M4 的演进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第41讲 · 完结篇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4F5F7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