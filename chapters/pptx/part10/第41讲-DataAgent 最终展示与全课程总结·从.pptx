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41 DataAgent 最终展示与全课程总结：从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第十篇（完结篇）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核心概念：主线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覆盖篇的三个关键要点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工程质量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工程质量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进化评测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九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工程质量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进化评测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代码落点：scripts/demo.py + dataagent/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主线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scripts/demo.py +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用一页纸画出 DataAgent 从 M0 到 M4 的演进与三条治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 DataAgent 最终展示与全课程总结：从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用一页纸画出 DataAgent 从 M0 到 M4 的演进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第41讲 · 第十篇（完结篇）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