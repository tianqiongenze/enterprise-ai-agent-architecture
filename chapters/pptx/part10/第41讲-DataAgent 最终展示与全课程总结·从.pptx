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ea8afaa8637071b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fb6e73a1b46af20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30f1fb678632b8e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24fe387a6bb7766.pn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69d199166770ffb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d3eb5e9516b6dee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09be8b66ca00a67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b12714953db85f9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b1124e34de03506.png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1c05472a031dbda.png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aeb07ffc208c0e8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1c05472a031dbda.png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DataAgent 最终展示与全课程总结：从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完结篇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4B5563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第41讲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4F5F7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5D9E0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5D9E0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能解释工程质量的机制；2) 能对比风险控制的取舍；3) 能跑通 demo.py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DataAgent 最终展示与全课程总结：从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概念详解：工程质量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「工程质量」指二/四/五。在企业级语境下，它同时约束接口契约、生命周期与治理边界，而不只是一个名词。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DataAgent 最终展示与全课程总结：从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定义与内涵：工程质量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把工程质量讲透：是什么、不是什么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「工程质量」指二/四/五。在企业级语境下，它同时约束接口契约、生命周期与治理边界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覆盖篇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覆盖篇维度：二/四/五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要点维度：二/四/五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从 Demo 到企业级系统的分水岭：治理、评测与人机责任边界。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机制图解：工程质量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「工程质量」的运行机制分三步：输入契约校验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图：工程质量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深入原理：工程质量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正确姿势：先定义「工程质量」的契约与不变量，再谈实现；所有旁路都必须被审计。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常见误用：把「工程质量」当成一次性胶水代码，没有版本、没有度量、没有回滚路径。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代码契约：工程质量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文件：demo.py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代码：demo.py · 契约（概念1 工程质量）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代码实现：工程质量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文件：demo.py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代码：demo.py · 实现（概念1 工程质量）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应用实践：工程质量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把「工程质量」落到业务：先小流量灰度验证效果与成本，再逐步放开租户范围。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陷阱与排查：工程质量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「工程质量」典型故障：静默失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工程决策：工程质量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「工程质量」的选型以证据与约束为准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优化拓展：工程质量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「工程质量」优化一：把人工经验固化为资产（规则/Skill/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「工程质量」优化二：建立基线对照（关闭/盲选/受控三组）证明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概念详解：风险控制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对「风险控制」的正确定位是：六/七/八；它是可观测、可治理、可演进的稳定工程对象。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DataAgent 最终展示与全课程总结：从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定义与内涵：风险控制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把风险控制讲透：是什么、不是什么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对「风险控制」的正确定位是：六/七/八；它是可观测、可治理、可演进的稳定工程对象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覆盖篇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覆盖篇维度：六/七/八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要点维度：六/七/八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从 Demo 到企业级系统的分水岭：治理、评测与人机责任边界。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机制图解：风险控制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从数据流看「风险控制」：上游产出受控载荷，经 demo.py 中的实现完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图：风险控制 的机制与数据流（cycle 视角）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深入原理：风险控制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正确姿势：把「风险控制」的决策依据落成证据（Trace/Eval），而不是凭经验拍板。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常见误用：用相关性绕过「风险控制」的硬性过滤，短期省事，长期必然越权或漂移。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代码契约：风险控制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文件：demo.py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代码：demo.py · 契约（概念2 风险控制）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代码实现：风险控制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文件：demo.py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代码：demo.py · 实现（概念2 风险控制）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应用实践：风险控制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「风险控制」的应用入口在本课程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陷阱与排查：风险控制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「风险控制」典型故障：成本失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工程决策：风险控制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「风险控制」的选型以证据与约束为准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优化拓展：风险控制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「风险控制」优化一：把人工经验固化为资产（规则/Skill/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「风险控制」优化二：建立基线对照（关闭/盲选/受控三组）证明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概念详解：进化评测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「进化评测」的本质是九。理解它的关键是分清模型能做的与系统必须兜底的。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DataAgent 最终展示与全课程总结：从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定义与内涵：进化评测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把进化评测讲透：是什么、不是什么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「进化评测」的本质是九。理解它的关键是分清模型能做的与系统必须兜底的。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覆盖篇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覆盖篇维度：九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要点维度：九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从 Demo 到企业级系统的分水岭：治理、评测与人机责任边界。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机制图解：进化评测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「进化评测」的机制核心是解耦：策略与执行分离、状态与过程分离、权限与相关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图：进化评测 的机制与数据流（layers 视角）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深入原理：进化评测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正确姿势：为「进化评测」设置显式预算与停止条件，宁可慢一点，不可失控。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里验证「进化评测」的正常路径，故障注入一跑就现出原形。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代码契约：进化评测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文件：demo.py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代码：demo.py · 契约（概念3 进化评测）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代码实现：进化评测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文件：demo.py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代码：demo.py · 实现（概念3 进化评测）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应用实践：进化评测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上线「进化评测」前自检三问：失败会怎样？谁能审计？回滚要多久？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陷阱与排查：进化评测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「进化评测」典型故障：上下文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工程决策：进化评测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「进化评测」的选型以证据与约束为准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优化拓展：进化评测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「进化评测」优化一：把人工经验固化为资产（规则/Skill/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「进化评测」优化二：建立基线对照（关闭/盲选/受控三组）证明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核心：工程质量、风险控制、进化评测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DataAgent 最终展示与全课程总结：从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DataAgent 最终展示与全课程总结：从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延伸阅读：DSH 与 Claude Code 的 Harness 演进对照。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DataAgent 最终展示与全课程总结：从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DataAgent 最终展示与全课程总结：从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工程质量的定义与边界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 Demo 到企业级系统的分水岭：治理、评测与人机责任边界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demo.py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反模式对照：工程质量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常见误用：把「工程质量」当成一次性胶水代码，没有版本、没有度量、没有回滚路径。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正确姿势：把「工程质量」的决策依据落成证据（Trace/Eval），而不是凭经验拍板。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反模式对照：风险控制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常见误用：把「风险控制」当成一次性胶水代码，没有版本、没有度量、没有回滚路径。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正确姿势：把「风险控制」的决策依据落成证据（Trace/Eval），而不是凭经验拍板。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反模式对照：进化评测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常见误用：把「进化评测」当成一次性胶水代码，没有版本、没有度量、没有回滚路径。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正确姿势：把「进化评测」的决策依据落成证据（Trace/Eval），而不是凭经验拍板。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考核问答：工程质量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「工程质量」的运行机制分三步：输入契约校验 → 核心转换执行 → 结果验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正确姿势：为「工程质量」设置显式预算与停止条件，宁可慢一点，不可失控。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考核问答：风险控制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「风险控制」的运行机制分三步：输入契约校验 → 核心转换执行 → 结果验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正确姿势：为「风险控制」设置显式预算与停止条件，宁可慢一点，不可失控。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考核问答：进化评测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「进化评测」的运行机制分三步：输入契约校验 → 核心转换执行 → 结果验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正确姿势：为「进化评测」设置显式预算与停止条件，宁可慢一点，不可失控。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案例研究：工程质量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经营分析中需要工程质量能力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「工程质量」的应用入口在本课程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案例研究：风险控制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经营分析中需要风险控制能力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「风险控制」的应用入口在本课程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案例研究：进化评测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经营分析中需要进化评测能力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「进化评测」的应用入口在本课程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进阶指引：工程质量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把「工程质量」落到业务：先小流量灰度验证效果与成本，再逐步放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「工程质量」的机制核心是解耦：策略与执行分离、状态与过程分离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进阶指引：风险控制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把「风险控制」落到业务：先小流量灰度验证效果与成本，再逐步放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「风险控制」的机制核心是解耦：策略与执行分离、状态与过程分离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进阶指引：进化评测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把「进化评测」落到业务：先小流量灰度验证效果与成本，再逐步放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「进化评测」的机制核心是解耦：策略与执行分离、状态与过程分离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同篇讲次导览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相邻讲次与本讲的关联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讲次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主题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关联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42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面向未来：人与 AI 四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机制互补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41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DataAgent 最终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本讲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前后讲次接口互相印证，形成体系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篇级术语表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统一口径速查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术语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一句话解释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本讲落点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工程质量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二/四/五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代码/测试可验证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风险控制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六/七/八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代码/测试可验证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进化评测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九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代码/测试可验证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术语口径统一是协作前提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常见 Badcase 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从真实故障中学习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Badcase-1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「工程质量」典型故障：静默失败——看似成功实际未经验证；处置是强制验真。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Badcase-2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「风险控制」典型故障：成本失控——无预算上限的重试风暴；处置是自主性预算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沉淀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每个 Badcase 都应变成回归用例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Badcase 是最贵也最真实的教学资产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讲者使用指南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课前/课中/课后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课前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读学习目标，跑一遍对应测试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课中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按概念模块推进，每模块动手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课后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完成实战作业并提交评测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双元制：理论讲解与动手验证 1:1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考核题样例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检验是否真正掌握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题型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示例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评分点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辨析题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边界 vs 误用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准确性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设计题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给场景做选型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依据充分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实操题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跑通指定测试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可复现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考核对准学习目标，逐条可检验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延伸阅读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beyond 本讲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讲义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chapters/part10/41-DataAgent 最终展示与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代码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scripts/demo.py + dataagent/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架构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docs/00 TOGAF 总览与 03 图集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延伸阅读：DSH 与 Claude Code 的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课程全景定位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本讲在十篇中的坐标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本篇：完结篇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前置：前序讲次打地基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后继：后续讲次收口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图：本讲在课程全景中的位置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DataAgent 最终展示与全课程总结：从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4B5563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4F5F7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用一页纸画出 DataAgent 从 M0 到 M4 的演进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第41讲 · 完结篇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4F5F7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