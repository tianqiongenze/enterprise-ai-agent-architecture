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ea8afaa8637071b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fb6e73a1b46af20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0f1fb678632b8e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24fe387a6bb7766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69d199166770ffb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d3eb5e9516b6dee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09be8b66ca00a67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b12714953db85f9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b1124e34de03506.pn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1c05472a031dbda.png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aeb07ffc208c0e8.png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完结篇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4B5563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第41讲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4F5F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4F5F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4F5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D5D9E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D5D9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B5563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能解释工程质量的机制；2) 能对比风险控制的取舍；3) 能跑通 demo.py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B5563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概念详解：工程质量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「工程质量」指二/四/五。在企业级语境下，它同时约束接口契约、生命周期与治理边界，而不只是一个名词。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把工程质量讲透：是什么、不是什么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「工程质量」指二/四/五。在企业级语境下，它同时约束接口契约、生命周期与治理边界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覆盖篇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覆盖篇维度：二/四/五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要点维度：二/四/五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 Demo 到企业级系统的分水岭：治理、评测与人机责任边界。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「工程质量」的运行机制分三步：输入契约校验 → 核心转换执行 → 结果验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图：工程质量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正确姿势：先定义「工程质量」的契约与不变量，再谈实现；所有旁路都必须被审计。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常见误用：把「工程质量」当成一次性胶水代码，没有版本、没有度量、没有回滚路径。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治理视角：AI 自动优化的责任边界必须由人划定。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文件：demo.py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代码：demo.py · 契约（概念1 工程质量）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文件：demo.py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代码：demo.py · 实现（概念1 工程质量）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把「工程质量」落到业务：先小流量灰度验证效果与成本，再逐步放开租户范围。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案例视角：如果今天重新设计 DataAgent，会改变什么。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「工程质量」典型故障：静默失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「工程质量」的选型以证据与约束为准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「工程质量」优化一：把人工经验固化为资产（规则/Skill/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「工程质量」优化二：建立基线对照（关闭/盲选/受控三组）证明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B5563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概念详解：风险控制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对「风险控制」的正确定位是：六/七/八；它是可观测、可治理、可演进的稳定工程对象。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把风险控制讲透：是什么、不是什么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对「风险控制」的正确定位是：六/七/八；它是可观测、可治理、可演进的稳定工程对象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覆盖篇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覆盖篇维度：六/七/八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要点维度：六/七/八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 Demo 到企业级系统的分水岭：治理、评测与人机责任边界。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从数据流看「风险控制」：上游产出受控载荷，经 demo.py 中的实现完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图：风险控制 的机制与数据流（cycle 视角）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正确姿势：把「风险控制」的决策依据落成证据（Trace/Eval），而不是凭经验拍板。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常见误用：用相关性绕过「风险控制」的硬性过滤，短期省事，长期必然越权或漂移。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治理视角：AI 自动优化的责任边界必须由人划定。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文件：demo.py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代码：demo.py · 契约（概念2 风险控制）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文件：demo.py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代码：demo.py · 实现（概念2 风险控制）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「风险控制」的应用入口在本课程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案例视角：如果今天重新设计 DataAgent，会改变什么。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「风险控制」典型故障：成本失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「风险控制」的选型以证据与约束为准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「风险控制」优化一：把人工经验固化为资产（规则/Skill/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「风险控制」优化二：建立基线对照（关闭/盲选/受控三组）证明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B5563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概念详解：进化评测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「进化评测」的本质是九。理解它的关键是分清模型能做的与系统必须兜底的。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把进化评测讲透：是什么、不是什么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「进化评测」的本质是九。理解它的关键是分清模型能做的与系统必须兜底的。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覆盖篇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覆盖篇维度：九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要点维度：九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 Demo 到企业级系统的分水岭：治理、评测与人机责任边界。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「进化评测」的机制核心是解耦：策略与执行分离、状态与过程分离、权限与相关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图：进化评测 的机制与数据流（layers 视角）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正确姿势：为「进化评测」设置显式预算与停止条件，宁可慢一点，不可失控。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里验证「进化评测」的正常路径，故障注入一跑就现出原形。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治理视角：AI 自动优化的责任边界必须由人划定。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文件：demo.py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代码：demo.py · 契约（概念3 进化评测）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文件：demo.py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代码：demo.py · 实现（概念3 进化评测）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上线「进化评测」前自检三问：失败会怎样？谁能审计？回滚要多久？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案例视角：如果今天重新设计 DataAgent，会改变什么。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「进化评测」典型故障：上下文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「进化评测」的选型以证据与约束为准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「进化评测」优化一：把人工经验固化为资产（规则/Skill/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「进化评测」优化二：建立基线对照（关闭/盲选/受控三组）证明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核心：工程质量、风险控制、进化评测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B5563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案例视角：如果今天重新设计 DataAgent，会改变什么。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B5563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延伸阅读：DSH 与 Claude Code 的 Harness 演进对照。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4F5F7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B5563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B5563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工程质量的定义与边界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 Demo 到企业级系统的分水岭：治理、评测与人机责任边界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demo.py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常见误用：把「工程质量」当成一次性胶水代码，没有版本、没有度量、没有回滚路径。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正确姿势：把「工程质量」的决策依据落成证据（Trace/Eval），而不是凭经验拍板。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常见误用：把「风险控制」当成一次性胶水代码，没有版本、没有度量、没有回滚路径。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正确姿势：把「风险控制」的决策依据落成证据（Trace/Eval），而不是凭经验拍板。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常见误用：把「进化评测」当成一次性胶水代码，没有版本、没有度量、没有回滚路径。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正确姿势：把「进化评测」的决策依据落成证据（Trace/Eval），而不是凭经验拍板。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「工程质量」的运行机制分三步：输入契约校验 → 核心转换执行 → 结果验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正确姿势：为「工程质量」设置显式预算与停止条件，宁可慢一点，不可失控。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治理视角：AI 自动优化的责任边界必须由人划定。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「风险控制」的运行机制分三步：输入契约校验 → 核心转换执行 → 结果验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正确姿势：为「风险控制」设置显式预算与停止条件，宁可慢一点，不可失控。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治理视角：AI 自动优化的责任边界必须由人划定。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「进化评测」的运行机制分三步：输入契约校验 → 核心转换执行 → 结果验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正确姿势：为「进化评测」设置显式预算与停止条件，宁可慢一点，不可失控。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治理视角：AI 自动优化的责任边界必须由人划定。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经营分析中需要工程质量能力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「工程质量」的应用入口在本课程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案例视角：如果今天重新设计 DataAgent，会改变什么。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经营分析中需要风险控制能力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「风险控制」的应用入口在本课程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案例视角：如果今天重新设计 DataAgent，会改变什么。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经营分析中需要进化评测能力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「进化评测」的应用入口在本课程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案例视角：如果今天重新设计 DataAgent，会改变什么。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进阶指引：工程质量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三层能力台阶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入门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把「工程质量」落到业务：先小流量灰度验证效果与成本，再逐步放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熟练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「工程质量」的机制核心是解耦：策略与执行分离、状态与过程分离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入门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跑通本讲测试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熟练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能讲清机制与取舍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精通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能设计治理方案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进阶指引：风险控制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三层能力台阶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入门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把「风险控制」落到业务：先小流量灰度验证效果与成本，再逐步放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熟练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「风险控制」的机制核心是解耦：策略与执行分离、状态与过程分离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入门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跑通本讲测试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熟练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能讲清机制与取舍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精通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能设计治理方案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进阶指引：进化评测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三层能力台阶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入门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把「进化评测」落到业务：先小流量灰度验证效果与成本，再逐步放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熟练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「进化评测」的机制核心是解耦：策略与执行分离、状态与过程分离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入门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跑通本讲测试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熟练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能讲清机制与取舍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4F5F7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4B556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精通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能设计治理方案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同篇讲次导览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4B556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相邻讲次与本讲的关联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课程第41讲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讲次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主题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关联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42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面向未来：人与 AI 四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机制互补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41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DataAgent 最终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本讲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前后讲次接口互相印证，形成体系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DataAgent 最终展示与全课程总结：从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4B5563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用一页纸画出 DataAgent 从 M0 到 M4 的演进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第41讲 · 完结篇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4F5F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