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adee5bf477f5c80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ed7639cf6a11b6f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daefc59998bf952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ba787f9a2e62a36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066de474271d90f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e58b5c1c79561a6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e8b544a5ed9136f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51a9b298d383ab6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0f109be579b4dd7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4c39cc929bed773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面向未来：人与 AI 四种关系 / DSH /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4B556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5D9E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5D9E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能解释工具的机制；2) 能对比依附的取舍；3)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 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概念详解：工具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「工具」指AI 扩展执行。在企业级语境下，它同时约束接口契约、生命周期与治理边界，而不只是一个名词。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把工具讲透：是什么、不是什么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「工具」指AI 扩展执行。在企业级语境下，它同时约束接口契约、生命周期与治理边界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特征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特征维度：AI 扩展执行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风险/价值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风险/价值维度：人保留判断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图：工具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正确姿势：先定义「工具」的契约与不变量，再谈实现；所有旁路都必须被审计。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常见误用：把「工具」当成一次性胶水代码，没有版本、没有度量、没有回滚路径。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工具）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把「工具」落到业务：先小流量灰度验证效果与成本，再逐步放开租户范围。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「工具」典型故障：静默失败—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「工具」的选型以证据与约束为准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概念详解：依附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对「依附」的正确定位是：结果在推进；它是可观测、可治理、可演进的稳定工程对象。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把依附讲透：是什么、不是什么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对「依附」的正确定位是：结果在推进；它是可观测、可治理、可演进的稳定工程对象。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特征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特征维度：结果在推进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风险/价值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风险/价值维度：判断者缺席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从数据流看「依附」：上游产出受控载荷，经 DataAgent 中的实现完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图：依附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正确姿势：把「依附」的决策依据落成证据（Trace/Eval），而不是凭经验拍板。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常见误用：用相关性绕过「依附」的硬性过滤，短期省事，长期必然越权或漂移。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依附）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「依附」的应用入口在本课程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「依附」典型故障：成本失控—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「依附」的选型以证据与约束为准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「依附」优化一：把人工经验固化为资产（规则/Skill/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「依附」优化二：建立基线对照（关闭/盲选/受控三组）证明增量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概念详解：导学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「导学」的本质是完成任务+形成能力。理解它的关键是分清模型能做的与系统必须兜底的。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把导学讲透：是什么、不是什么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「导学」的本质是完成任务+形成能力。理解它的关键是分清模型能做的与系统必须兜底的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特征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特征维度：完成任务+形成能力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风险/价值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风险/价值维度：能力迁移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「导学」的机制核心是解耦：策略与执行分离、状态与过程分离、权限与相关性分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图：导学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正确姿势：为「导学」设置显式预算与停止条件，宁可慢一点，不可失控。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里验证「导学」的正常路径，故障注入一跑就现出原形。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导学）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上线「导学」前自检三问：失败会怎样？谁能审计？回滚要多久？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「导学」典型故障：上下文漂移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「导学」的选型以证据与约束为准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「导学」优化一：把人工经验固化为资产（规则/Skill/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「导学」优化二：建立基线对照（关闭/盲选/受控三组）证明增量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概念详解：内观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把「内观」当工程对象看：校准自己判断。它有明确的输入契约、失败语义与度量口径。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把内观讲透：是什么、不是什么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把「内观」当工程对象看：校准自己判断。它有明确的输入契约、失败语义与度量口径。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特征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特征维度：校准自己判断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风险/价值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风险/价值维度：看见盲区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「内观」之所以可靠，是因为它把不确定性关进笼子：预算、超时、重试、审计四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图：内观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正确姿势：先定义「内观」的契约与不变量，再谈实现；所有旁路都必须被审计。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常见误用：把「内观」当成一次性胶水代码，没有版本、没有度量、没有回滚路径。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内观）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把「内观」落到业务：先小流量灰度验证效果与成本，再逐步放开租户范围。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「内观」典型故障：静默失败—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「内观」的选型以证据与约束为准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「内观」优化一：把人工经验固化为资产（规则/Skill/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「内观」优化二：建立基线对照（关闭/盲选/受控三组）证明增量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核心：工具、依附、导学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延伸阅读：DSH 与 Claude Code 的 Harness 演进对照。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工具的定义与边界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常见误用：把「工具」当成一次性胶水代码，没有版本、没有度量、没有回滚路径。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正确姿势：把「工具」的决策依据落成证据（Trace/Eval），而不是凭经验拍板。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常见误用：把「依附」当成一次性胶水代码，没有版本、没有度量、没有回滚路径。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正确姿势：把「依附」的决策依据落成证据（Trace/Eval），而不是凭经验拍板。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常见误用：把「导学」当成一次性胶水代码，没有版本、没有度量、没有回滚路径。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正确姿势：把「导学」的决策依据落成证据（Trace/Eval），而不是凭经验拍板。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常见误用：把「内观」当成一次性胶水代码，没有版本、没有度量、没有回滚路径。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正确姿势：把「内观」的决策依据落成证据（Trace/Eval），而不是凭经验拍板。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正确姿势：为「工具」设置显式预算与停止条件，宁可慢一点，不可失控。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面向未来：人与 AI 四种关系 / DSH /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4B556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写一篇'若重新设计 DataAgent'的 100 字架构设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第42讲 · 完结篇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