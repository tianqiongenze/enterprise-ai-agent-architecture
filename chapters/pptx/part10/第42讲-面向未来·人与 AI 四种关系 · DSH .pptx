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571750"/>
            <a:ext cx="9906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42 面向未来：人与 AI 四种关系 / DSH /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600450"/>
            <a:ext cx="857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20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第十篇（完结篇） · 教学讲义</a:t>
            </a:r>
          </a:p>
        </p:txBody>
      </p:sp>
      <p:sp>
        <p:nvSpPr>
          <p:cNvPr id="8" name="Line 8"/>
          <p:cNvSpPr/>
          <p:nvPr/>
        </p:nvSpPr>
        <p:spPr>
          <a:xfrm>
            <a:off x="4000500" y="4333875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9050">
            <a:solidFill>
              <a:srgbClr val="0066CC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4286250"/>
            <a:ext cx="95250" cy="9525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714750" y="4714875"/>
            <a:ext cx="476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725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14750" y="5105400"/>
            <a:ext cx="47625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4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第42讲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52750" y="5486400"/>
            <a:ext cx="6286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完结篇</a:t>
            </a:r>
          </a:p>
        </p:txBody>
      </p:sp>
      <p:sp>
        <p:nvSpPr>
          <p:cNvPr id="13" name="Rectangle 13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381500" y="6486525"/>
            <a:ext cx="3429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核心概念：关系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特征的三个关键要点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课程第42讲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完结篇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工具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AI 扩展执行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依附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结果在推进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工具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AI 扩展执行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依附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结果在推进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导学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完成任务+形成能力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机制与流程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三步走：理解→实现→验证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课程第42讲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完结篇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工具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AI 扩展执行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依附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结果在推进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导学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完成任务+形成能力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代码落点：docs/00-TOGAF架构总览.md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关键证据与结论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用证据支撑工程判断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课程第42讲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完结篇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关系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AI 扩展执行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依附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结果在推进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实战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docs/00-TOGAF架构总览.md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写一篇'若重新设计 DataAgent'的 100 字架构设想，明确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333625"/>
            <a:ext cx="99060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本章小结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238500"/>
            <a:ext cx="857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42 面向未来：人与 AI 四种关系 / DSH / 长期演</a:t>
            </a:r>
          </a:p>
        </p:txBody>
      </p:sp>
      <p:sp>
        <p:nvSpPr>
          <p:cNvPr id="8" name="Line 8"/>
          <p:cNvSpPr/>
          <p:nvPr/>
        </p:nvSpPr>
        <p:spPr>
          <a:xfrm>
            <a:off x="4381500" y="3857625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19050">
            <a:solidFill>
              <a:srgbClr val="0066CC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3810000"/>
            <a:ext cx="95250" cy="9525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3429000" y="4238625"/>
            <a:ext cx="5334000" cy="1238250"/>
          </a:xfrm>
          <a:prstGeom prst="roundRect">
            <a:avLst>
              <a:gd name="adj" fmla="val 3077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619500" y="44767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写一篇'若重新设计 DataAgent'的 100 字架构设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00500" y="4838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第42讲 · 第十篇（完结篇）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19500" y="512445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4" name="Rectangle 14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619500" y="6486525"/>
            <a:ext cx="4953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课程复现资料 · 可公开分享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763250" y="6486525"/>
            <a:ext cx="857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