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fd7005691bf035a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b69babfc1447ed2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面向未来：人与 AI 四种关系 / DSH /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能解释工具的机制；2) 能对比依附的取舍；3)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核心概念：关系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特征的三个关键要点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工具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 扩展执行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依附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结果在推进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工具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AI 扩展执行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依附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结果在推进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导学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完成任务+形成能力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工具：AI 扩展执行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依附：结果在推进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关系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 扩展执行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依附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结果在推进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写一篇'若重新设计 DataAgent'的 100 字架构设想，明确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面向未来：人与 AI 四种关系 / DSH /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写一篇'若重新设计 DataAgent'的 100 字架构设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第42讲 · 完结篇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