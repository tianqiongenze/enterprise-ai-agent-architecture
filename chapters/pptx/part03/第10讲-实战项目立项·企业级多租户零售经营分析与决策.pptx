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2595c954256e6b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e5b15a3579424e3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6ffaafe1168657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b4408fe8dfbf5b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6977c849c368847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e5af498b74b7458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895120a30babc9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1ff6e17f69fb1a8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ca8bf99d7cb12f6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c0b40fc66f33444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833e8b1621cbd1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101677a4970f655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6B2A7A"/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贯穿项目立项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9B4FB0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3F9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3F9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3F9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D0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D0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能解释M0的机制；2) 能对比M1的取舍；3)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「M0」指模块化单体基线。在企业级语境下，它同时约束接口契约、生命周期与治理边界，而不只是一个名词。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把M0讲透：是什么、不是什么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「M0」指模块化单体基线。在企业级语境下，它同时约束接口契约、生命周期与治理边界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演进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演进维度：模块化单体基线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要点维度：模块化单体基线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先跑通基线再谈演进：M0 质量契约决定后续里程碑的裁判尺度。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「M0」的运行机制分三步：输入契约校验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图：M0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正确姿势：先定义「M0」的契约与不变量，再谈实现；所有旁路都必须被审计。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常见误用：把「M0」当成一次性胶水代码，没有版本、没有度量、没有回滚路径。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治理视角：多租户、权限、审计是立项第一天的约束。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M0）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把「M0」落到业务：先小流量灰度验证效果与成本，再逐步放开租户范围。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案例视角：DataAgent 从 Demo 到企业级系统的六个里程碑。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「M0」典型故障：静默失败—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「M0」的选型以证据与约束为准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「M0」优化一：把人工经验固化为资产（规则/Skill/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「M0」优化二：建立基线对照（关闭/盲选/受控三组）证明增量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对「M1」的正确定位是：拆 LLM Runtime；它是可观测、可治理、可演进的稳定工程对象。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把M1讲透：是什么、不是什么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对「M1」的正确定位是：拆 LLM Runtime；它是可观测、可治理、可演进的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演进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演进维度：拆 LLM Runtime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要点维度：拆 LLM Runtime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先跑通基线再谈演进：M0 质量契约决定后续里程碑的裁判尺度。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从数据流看「M1」：上游产出受控载荷，经 DataAgent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图：M1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正确姿势：把「M1」的决策依据落成证据（Trace/Eval），而不是凭经验拍板。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常见误用：用相关性绕过「M1」的硬性过滤，短期省事，长期必然越权或漂移。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治理视角：多租户、权限、审计是立项第一天的约束。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M1）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「M1」的应用入口在本课程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案例视角：DataAgent 从 Demo 到企业级系统的六个里程碑。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「M1」典型故障：成本失控—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「M1」的选型以证据与约束为准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「M1」优化一：把人工经验固化为资产（规则/Skill/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「M1」优化二：建立基线对照（关闭/盲选/受控三组）证明增量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「M2」的本质是Agent API+Scheduler+Worker+Sandbox。理解它的关键是分清模型能做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把M2讲透：是什么、不是什么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「M2」的本质是Agent API+Scheduler+Worker+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演进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演进维度：Agent API+Scheduler+Worker+Sandbox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要点维度：Agent API+Scheduler+Worker+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先跑通基线再谈演进：M0 质量契约决定后续里程碑的裁判尺度。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「M2」的机制核心是解耦：策略与执行分离、状态与过程分离、权限与相关性分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图：M2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正确姿势：为「M2」设置显式预算与停止条件，宁可慢一点，不可失控。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里验证「M2」的正常路径，故障注入一跑就现出原形。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治理视角：多租户、权限、审计是立项第一天的约束。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M2）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上线「M2」前自检三问：失败会怎样？谁能审计？回滚要多久？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案例视角：DataAgent 从 Demo 到企业级系统的六个里程碑。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「M2」典型故障：上下文漂移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「M2」的选型以证据与约束为准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「M2」优化一：把人工经验固化为资产（规则/Skill/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「M2」优化二：建立基线对照（关闭/盲选/受控三组）证明增量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把「M3」当工程对象看：治理模块(Connector/Gateway/Context/Semantic/Tool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把M3讲透：是什么、不是什么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把「M3」当工程对象看：治理模块(Connector/Gateway/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演进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演进维度：治理模块(Connector/Gateway/Context/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要点维度：治理模块(Connector/Gateway/Context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先跑通基线再谈演进：M0 质量契约决定后续里程碑的裁判尺度。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「M3」之所以可靠，是因为它把不确定性关进笼子：预算、超时、重试、审计四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图：M3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正确姿势：先定义「M3」的契约与不变量，再谈实现；所有旁路都必须被审计。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常见误用：把「M3」当成一次性胶水代码，没有版本、没有度量、没有回滚路径。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治理视角：多租户、权限、审计是立项第一天的约束。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M3）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把「M3」落到业务：先小流量灰度验证效果与成本，再逐步放开租户范围。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案例视角：DataAgent 从 Demo 到企业级系统的六个里程碑。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「M3」典型故障：静默失败—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「M3」的选型以证据与约束为准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「M3」优化一：把人工经验固化为资产（规则/Skill/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「M3」优化二：建立基线对照（关闭/盲选/受控三组）证明增量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「M4」指Trace/Eval/多租户/安全/发布。在企业级语境下，它同时约束接口契约、生命周期与治理边界，而不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把M4讲透：是什么、不是什么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「M4」指Trace/Eval/多租户/安全/发布。在企业级语境下，它同时约束接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演进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演进维度：Trace/Eval/多租户/安全/发布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要点维度：Trace/Eval/多租户/安全/发布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先跑通基线再谈演进：M0 质量契约决定后续里程碑的裁判尺度。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「M4」的运行机制分三步：输入契约校验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图：M4 的机制与数据流（flow_v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正确姿势：把「M4」的决策依据落成证据（Trace/Eval），而不是凭经验拍板。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常见误用：用相关性绕过「M4」的硬性过滤，短期省事，长期必然越权或漂移。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治理视角：多租户、权限、审计是立项第一天的约束。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讲义（概念5 M4）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「M4」的应用入口在本课程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案例视角：DataAgent 从 Demo 到企业级系统的六个里程碑。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「M4」典型故障：成本失控—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「M4」的选型以证据与约束为准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「M4」优化一：把人工经验固化为资产（规则/Skill/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「M4」优化二：建立基线对照（关闭/盲选/受控三组）证明增量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核心：M0、M1、M2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案例视角：DataAgent 从 Demo 到企业级系统的六个里程碑。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延伸阅读：从模块化单体到分布式 Runtime 的演进路线。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M0的定义与边界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先跑通基线再谈演进：M0 质量契约决定后续里程碑的裁判尺度。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反模式对照：M0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常见误用：把「M0」当成一次性胶水代码，没有版本、没有度量、没有回滚路径。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正确姿势：把「M0」的决策依据落成证据（Trace/Eval），而不是凭经验拍板。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反模式对照：M1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常见误用：把「M1」当成一次性胶水代码，没有版本、没有度量、没有回滚路径。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正确姿势：把「M1」的决策依据落成证据（Trace/Eval），而不是凭经验拍板。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反模式对照：M2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常见误用：把「M2」当成一次性胶水代码，没有版本、没有度量、没有回滚路径。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正确姿势：把「M2」的决策依据落成证据（Trace/Eval），而不是凭经验拍板。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反模式对照：M3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常见误用：把「M3」当成一次性胶水代码，没有版本、没有度量、没有回滚路径。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正确姿势：把「M3」的决策依据落成证据（Trace/Eval），而不是凭经验拍板。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6B2A7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9B4FB0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3F9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跑通 scripts/demo.py，据此给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第10讲 · 贯穿项目立项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3F9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