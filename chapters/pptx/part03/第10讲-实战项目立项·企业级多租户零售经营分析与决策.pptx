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161b31682f88869.png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993c0ae3a7cb28a.png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6B2A7A"/>
                </a:solidFill>
                <a:latin typeface="Arial"/>
                <a:ea typeface="Microsoft YaHei"/>
                <a:cs typeface="Arial"/>
              </a:rPr>
              <a:t>实战项目立项：企业级多租户零售经营分析与决策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贯穿项目立项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9B4FB0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第10讲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7F3F9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9B4FB0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能解释M0的机制；2) 能对比M1的取舍；3) 能跑通 DataAgent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实战项目立项：企业级多租户零售经营分析与决策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核心概念：里程碑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演进的三个关键要点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M0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模块化单体基线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M1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拆 LLM Runtime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3F9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M0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模块化单体基线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3F9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M1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拆 LLM Runtime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3F9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M2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Agent API+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架构与执行链路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一图看懂本讲的机制流转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3F9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M0：模块化单体基线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M1：拆 LLM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3F9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图：本讲核心对象的执行链路（由讲义表格自动生成）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关键代码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可运行实现与讲解一一对应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3F9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契约先行：接口→实现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离线可运行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3F9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代码：见讲义与 dataagent/ 仓库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9B4FB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里程碑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模块化单体基线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M1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拆 LLM Runtime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9B4FB0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9B4FB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6B2A7A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 仓库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6B2A7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跑通 scripts/demo.py，据此给 DataAgent 定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6B2A7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6B2A7A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实战项目立项：企业级多租户零售经营分析与决策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9B4FB0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7F3F9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跑通 scripts/demo.py，据此给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第10讲 · 贯穿项目立项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7F3F9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