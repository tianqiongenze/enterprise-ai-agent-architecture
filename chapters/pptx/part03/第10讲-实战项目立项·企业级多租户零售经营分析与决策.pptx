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2595c954256e6bb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e5b15a3579424e3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76ffaafe1168657.png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5b4408fe8dfbf5b.png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6977c849c368847.png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e5af498b74b7458.png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d895120a30babc9.png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1ff6e17f69fb1a8.png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ca8bf99d7cb12f6.png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c0b40fc66f33444.png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b833e8b1621cbd1.png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101677a4970f655.png"/>
</Relationships>
</file>

<file path=ppt/slides/_rels/slide6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6B2A7A"/>
                </a:solidFill>
                <a:latin typeface="Arial"/>
                <a:ea typeface="Microsoft YaHei"/>
                <a:cs typeface="Arial"/>
              </a:rPr>
              <a:t>实战项目立项：企业级多租户零售经营分析与决策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贯穿项目立项 · 深度教学讲义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9B4FB0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第10讲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7F3F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03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75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095375"/>
            <a:ext cx="10668000" cy="2952750"/>
            <a:chOff x="762000" y="1095375"/>
            <a:chExt cx="10668000" cy="295275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857250"/>
            </a:xfrm>
            <a:prstGeom prst="rect">
              <a:avLst/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34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16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概念详解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核心概念定义与边界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095375"/>
              <a:ext cx="57150" cy="857250"/>
            </a:xfrm>
            <a:prstGeom prst="rect">
              <a:avLst/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机制与图解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运行机制与图解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7F3F9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2238375"/>
              <a:ext cx="57150" cy="857250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16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仓库真实代码三切面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7F3F9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238375"/>
              <a:ext cx="57150" cy="857250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应用实践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75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落地步骤与场景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E0D0E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5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陷阱与排查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E0D0E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0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优化拓展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B4FB0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能解释M0的机制；2) 能对比M1的取舍；3) 能跑通 DataAgent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实战项目立项：企业级多租户零售经营分析与决策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B4FB0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概念详解：M0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「M0」指模块化单体基线。在企业级语境下，它同时约束接口契约、生命周期与治理边界，而不只是一个名词。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实战项目立项：企业级多租户零售经营分析与决策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定义与内涵：M0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把M0讲透：是什么、不是什么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「M0」指模块化单体基线。在企业级语境下，它同时约束接口契约、生命周期与治理边界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演进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演进维度：模块化单体基线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要点维度：模块化单体基线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先跑通基线再谈演进：M0 质量契约决定后续里程碑的裁判尺度。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机制图解：M0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「M0」的运行机制分三步：输入契约校验 → 核心转换执行 → 结果验证与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3F9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图：M0 的机制与数据流（flow_v 视角）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深入原理：M0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正确姿势：先定义「M0」的契约与不变量，再谈实现；所有旁路都必须被审计。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常见误用：把「M0」当成一次性胶水代码，没有版本、没有度量、没有回滚路径。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治理视角：多租户、权限、审计是立项第一天的约束。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代码讲义：M0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3F9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讲义（概念1 M0）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应用实践：M0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把「M0」落到业务：先小流量灰度验证效果与成本，再逐步放开租户范围。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案例视角：DataAgent 从 Demo 到企业级系统的六个里程碑。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陷阱与排查：M0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「M0」典型故障：静默失败—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工程决策：M0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「M0」的选型以证据与约束为准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生产化：M0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企业治理：M0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优化拓展：M0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「M0」优化一：把人工经验固化为资产（规则/Skill/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「M0」优化二：建立基线对照（关闭/盲选/受控三组）证明增量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B4FB0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概念详解：M1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对「M1」的正确定位是：拆 LLM Runtime；它是可观测、可治理、可演进的稳定工程对象。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实战项目立项：企业级多租户零售经营分析与决策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定义与内涵：M1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把M1讲透：是什么、不是什么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对「M1」的正确定位是：拆 LLM Runtime；它是可观测、可治理、可演进的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演进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演进维度：拆 LLM Runtime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要点维度：拆 LLM Runtime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先跑通基线再谈演进：M0 质量契约决定后续里程碑的裁判尺度。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机制图解：M1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从数据流看「M1」：上游产出受控载荷，经 DataAgent 中的实现完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3F9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图：M1 的机制与数据流（cycle 视角）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深入原理：M1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正确姿势：把「M1」的决策依据落成证据（Trace/Eval），而不是凭经验拍板。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常见误用：用相关性绕过「M1」的硬性过滤，短期省事，长期必然越权或漂移。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治理视角：多租户、权限、审计是立项第一天的约束。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代码讲义：M1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3F9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讲义（概念2 M1）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应用实践：M1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「M1」的应用入口在本课程 DataAgent：跑通对应 pytest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案例视角：DataAgent 从 Demo 到企业级系统的六个里程碑。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陷阱与排查：M1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「M1」典型故障：成本失控—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工程决策：M1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「M1」的选型以证据与约束为准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生产化：M1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企业治理：M1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优化拓展：M1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「M1」优化一：把人工经验固化为资产（规则/Skill/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「M1」优化二：建立基线对照（关闭/盲选/受控三组）证明增量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B4FB0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概念详解：M2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「M2」的本质是Agent API+Scheduler+Worker+Sandbox。理解它的关键是分清模型能做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实战项目立项：企业级多租户零售经营分析与决策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定义与内涵：M2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把M2讲透：是什么、不是什么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「M2」的本质是Agent API+Scheduler+Worker+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演进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演进维度：Agent API+Scheduler+Worker+Sandbox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要点维度：Agent API+Scheduler+Worker+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先跑通基线再谈演进：M0 质量契约决定后续里程碑的裁判尺度。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机制图解：M2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「M2」的机制核心是解耦：策略与执行分离、状态与过程分离、权限与相关性分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3F9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图：M2 的机制与数据流（layers 视角）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深入原理：M2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正确姿势：为「M2」设置显式预算与停止条件，宁可慢一点，不可失控。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常见误用：只在 Demo 里验证「M2」的正常路径，故障注入一跑就现出原形。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治理视角：多租户、权限、审计是立项第一天的约束。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代码讲义：M2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3F9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讲义（概念3 M2）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应用实践：M2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上线「M2」前自检三问：失败会怎样？谁能审计？回滚要多久？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案例视角：DataAgent 从 Demo 到企业级系统的六个里程碑。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陷阱与排查：M2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「M2」典型故障：上下文漂移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工程决策：M2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「M2」的选型以证据与约束为准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生产化：M2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企业治理：M2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优化拓展：M2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「M2」优化一：把人工经验固化为资产（规则/Skill/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「M2」优化二：建立基线对照（关闭/盲选/受控三组）证明增量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B4FB0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概念详解：M3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把「M3」当工程对象看：治理模块(Connector/Gateway/Context/Semantic/Tool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实战项目立项：企业级多租户零售经营分析与决策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定义与内涵：M3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把M3讲透：是什么、不是什么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把「M3」当工程对象看：治理模块(Connector/Gateway/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演进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演进维度：治理模块(Connector/Gateway/Context/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要点维度：治理模块(Connector/Gateway/Context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先跑通基线再谈演进：M0 质量契约决定后续里程碑的裁判尺度。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机制图解：M3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「M3」之所以可靠，是因为它把不确定性关进笼子：预算、超时、重试、审计四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3F9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图：M3 的机制与数据流（hub 视角）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深入原理：M3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正确姿势：先定义「M3」的契约与不变量，再谈实现；所有旁路都必须被审计。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常见误用：把「M3」当成一次性胶水代码，没有版本、没有度量、没有回滚路径。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治理视角：多租户、权限、审计是立项第一天的约束。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代码讲义：M3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3F9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讲义（概念4 M3）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应用实践：M3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把「M3」落到业务：先小流量灰度验证效果与成本，再逐步放开租户范围。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案例视角：DataAgent 从 Demo 到企业级系统的六个里程碑。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陷阱与排查：M3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「M3」典型故障：静默失败—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工程决策：M3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「M3」的选型以证据与约束为准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生产化：M3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企业治理：M3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优化拓展：M3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「M3」优化一：把人工经验固化为资产（规则/Skill/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「M3」优化二：建立基线对照（关闭/盲选/受控三组）证明增量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B4FB0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概念详解：M4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「M4」指Trace/Eval/多租户/安全/发布。在企业级语境下，它同时约束接口契约、生命周期与治理边界，而不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实战项目立项：企业级多租户零售经营分析与决策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定义与内涵：M4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把M4讲透：是什么、不是什么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「M4」指Trace/Eval/多租户/安全/发布。在企业级语境下，它同时约束接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演进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演进维度：Trace/Eval/多租户/安全/发布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要点维度：Trace/Eval/多租户/安全/发布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先跑通基线再谈演进：M0 质量契约决定后续里程碑的裁判尺度。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机制图解：M4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「M4」的运行机制分三步：输入契约校验 → 核心转换执行 → 结果验证与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3F9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图：M4 的机制与数据流（flow_v 视角）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深入原理：M4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正确姿势：把「M4」的决策依据落成证据（Trace/Eval），而不是凭经验拍板。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常见误用：用相关性绕过「M4」的硬性过滤，短期省事，长期必然越权或漂移。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治理视角：多租户、权限、审计是立项第一天的约束。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代码讲义：M4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3F9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讲义（概念5 M4）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应用实践：M4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「M4」的应用入口在本课程 DataAgent：跑通对应 pytest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案例视角：DataAgent 从 Demo 到企业级系统的六个里程碑。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陷阱与排查：M4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「M4」典型故障：成本失控—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工程决策：M4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「M4」的选型以证据与约束为准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生产化：M4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企业治理：M4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优化拓展：M4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「M4」优化一：把人工经验固化为资产（规则/Skill/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「M4」优化二：建立基线对照（关闭/盲选/受控三组）证明增量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本章知识图谱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概念之间的结构关系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核心：M0、M1、M2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关系：输入→机制→治理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全部概念见讲义表格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3F9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图：本章概念关系（中心辐射视角）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B4FB0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应用与实战指南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从理解到落地：场景、步骤与检查清单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实战项目立项：企业级多租户零售经营分析与决策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三步从 Demo 到生产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场景选择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选高频、可验证、低风险场景切入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契约先行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定义输入/输出/错误语义与验收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评测护航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建数据集与评分卡再动 Prompt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案例视角：DataAgent 从 Demo 到企业级系统的六个里程碑。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典型应用场景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场景→做法→收益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场景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做法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经营诊断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自主分析闭环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结论可解释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数据查询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只读网关+权限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安全合规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行动执行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风险可控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场景选择决定治理强度，按风险分级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落地检查清单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上线前逐项打勾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核心链路全绿；故障注入通过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三层评测达标；回归门禁通过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权限/审计/幂等/回滚就绪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GO/NO-GO 由硬门槛决定，不由均分决定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B4FB0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优化与拓展指南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让系统随模型共同进化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实战项目立项：企业级多租户零售经营分析与决策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优化方向对照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短期补丁 vs 长期资产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短期补丁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改 Prompt 救火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局部 if-else 兜底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人工盯梢排查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经验留在个人脑中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长期资产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规则/Skill/Eval 沉淀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治理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Trace+Baseline 驱动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资产随组织复用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延伸阅读：从模块化单体到分布式 Runtime 的演进路线。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拓展学习地图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三层次进阶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体系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把本讲机制放进企业级全景图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贯通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与前后讲次的接口互相印证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架构与治理体系化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向深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Runtime 与可靠性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向外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多 Agent 与平台化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演进路线图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本讲在能力阶梯上的位置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3F9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当前：本讲机制已可运行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下一站：与相邻模块协同治理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长期：固化为组织级资产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3F9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图：从本讲机制到组织资产的演进路径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B4FB0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治理与常见陷阱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企业级红线与审计要点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实战项目立项：企业级多租户零售经营分析与决策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企业级红线清单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红线→后果→防护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69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红线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防护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越权访问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数据泄漏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硬过滤+审计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未审批副作用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业务事故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不可回放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无法追责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Trace+Checkpoint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红线一票否决，不允许带病上线</a:t>
              </a: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B4FB0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70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复习与考核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把本讲装进长期记忆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实战项目立项：企业级多租户零售经营分析与决策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9B4F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三个必答题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贯穿项目立项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M0的定义与边界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先跑通基线再谈演进：M0 质量契约决定后续里程碑的裁判尺度。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9B4FB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9B4FB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6B2A7A"/>
                  </a:solidFill>
                  <a:latin typeface="Arial"/>
                  <a:ea typeface="Microsoft YaHei"/>
                  <a:cs typeface="Arial"/>
                </a:rPr>
                <a:t>怎么用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在 DataAgent 中跑通 DataAgent 对应用例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6B2A7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能讲给同事听懂，才算真正掌握</a:t>
              </a: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6B2A7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6B2A7A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实战项目立项：企业级多租户零售经营分析与决策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9B4FB0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7F3F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跑通 scripts/demo.py，据此给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第10讲 · 贯穿项目立项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7F3F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