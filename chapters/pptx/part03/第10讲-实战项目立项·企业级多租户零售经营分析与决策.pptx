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10 实战项目立项：企业级多租户零售经营分析与决策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第三篇（贯穿实战立项篇）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核心概念：里程碑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演进的三个关键要点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M0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模块化单体基线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M1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拆 LLM Runtime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M0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模块化单体基线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M1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拆 LLM Runtime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M2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Agent API+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M0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模块化单体基线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M1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拆 LLM Runtime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M2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Agent API+Scheduler+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 (贯穿项目) + docs/04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贯穿项目立项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模块化单体基线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M1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拆 LLM Runtime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 (贯穿项目) +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跑通 scripts/demo.py，据此给 DataAgent 定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 实战项目立项：企业级多租户零售经营分析与决策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跑通 scripts/demo.py，据此给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第10讲 · 第三篇（贯穿实战立项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