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3350934d104f354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319681dcb90ad8f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能解释Tool的机制；2) 能对比Skill的取舍；3) 能跑通 tool.py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核心概念：形态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适用的三个关键要点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Tool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单一原子能力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领域工序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Tool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单一原子能力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领域工序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Workflow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确定性编排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Tool：单一原子能力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Skill：领域工序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dataagent/infra/gateway/tools.py + contract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单一原子能力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领域工序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tool.py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分析 DataAgent 一个能力：为什么选 Tool 而非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分析 DataAgent 一个能力：为什么选 Tool 而非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第27讲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