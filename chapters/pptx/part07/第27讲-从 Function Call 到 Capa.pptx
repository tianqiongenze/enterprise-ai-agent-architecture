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d384d7f0227e003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fe65b61da3f5e1a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daff05b5bdfd357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c22316d4bd798f6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ab89b5654456766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3dbbb55fbf74b1b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e3cdd5c9b6cbaa3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5886fb52753852a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6437ed2d8656796.pn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d8d46371dc5a604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c1be7cf9a9a19bb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85e4c7d2eb47f0c.png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91f64e9631f5b0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4474010e4c73642.png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b49a5f7629a3a8e.png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f7ae2261703e3b0.png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fa6869c1942dd65.png"/>
</Relationships>
</file>

<file path=ppt/slides/_rels/slide7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9F1239"/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E11D48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第27讲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DF2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DF2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DF2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F5D0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F5D0D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能解释Tool的机制；2) 能对比Skill的取舍；3) 能跑通 tools.py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概念详解：Tool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「Tool」指单一原子能力。在企业级语境下，它同时约束接口契约、生命周期与治理边界，而不只是一个名词。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把Tool讲透：是什么、不是什么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「Tool」指单一原子能力。在企业级语境下，它同时约束接口契约、生命周期与治理边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适用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适用维度：单一原子能力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要点维度：单一原子能力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「Tool」的运行机制分三步：输入契约校验 → 核心转换执行 → 结果验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图：Tool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正确姿势：先定义「Tool」的契约与不变量，再谈实现；所有旁路都必须被审计。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常见误用：把「Tool」当成一次性胶水代码，没有版本、没有度量、没有回滚路径。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契约（概念1 Tool）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实现（概念1 Tool）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把「Tool」落到业务：先小流量灰度验证效果与成本，再逐步放开租户范围。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「Tool」典型故障：静默失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「Tool」的选型以证据与约束为准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「Tool」优化一：把人工经验固化为资产（规则/Skill/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「Tool」优化二：建立基线对照（关闭/盲选/受控三组）证明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概念详解：Skill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对「Skill」的正确定位是：领域工序；它是可观测、可治理、可演进的稳定工程对象。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把Skill讲透：是什么、不是什么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对「Skill」的正确定位是：领域工序；它是可观测、可治理、可演进的稳定工程对象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适用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适用维度：领域工序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要点维度：领域工序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从数据流看「Skill」：上游产出受控载荷，经 tools.py 中的实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图：Skill 的机制与数据流（cycle 视角）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正确姿势：把「Skill」的决策依据落成证据（Trace/Eval），而不是凭经验拍板。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常见误用：用相关性绕过「Skill」的硬性过滤，短期省事，长期必然越权或漂移。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契约（概念2 Skill）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实现（概念2 Skill）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「Skill」的应用入口在本课程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「Skill」典型故障：成本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「Skill」的选型以证据与约束为准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「Skill」优化一：把人工经验固化为资产（规则/Skill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「Skill」优化二：建立基线对照（关闭/盲选/受控三组）证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概念详解：Workflow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「Workflow」的本质是确定性编排。理解它的关键是分清模型能做的与系统必须兜底的。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把Workflow讲透：是什么、不是什么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「Workflow」的本质是确定性编排。理解它的关键是分清模型能做的与系统必须兜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适用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适用维度：确定性编排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要点维度：确定性编排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「Workflow」的机制核心是解耦：策略与执行分离、状态与过程分离、权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图：Workflow 的机制与数据流（layers 视角）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正确姿势：为「Workflow」设置显式预算与停止条件，宁可慢一点，不可失控。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里验证「Workflow」的正常路径，故障注入一跑就现出原形。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契约（概念3 Workflow）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实现（概念3 Workflow）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上线「Workflow」前自检三问：失败会怎样？谁能审计？回滚要多久？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「Workflow」典型故障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「Workflow」的选型以证据与约束为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「Workflow」优化一：把人工经验固化为资产（规则/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「Workflow」优化二：建立基线对照（关闭/盲选/受控三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概念详解：SubAgent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把「SubAgent」当工程对象看：独立闭环。它有明确的输入契约、失败语义与度量口径。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把SubAgent讲透：是什么、不是什么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把「SubAgent」当工程对象看：独立闭环。它有明确的输入契约、失败语义与度量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适用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适用维度：独立闭环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要点维度：独立闭环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「SubAgent」之所以可靠，是因为它把不确定性关进笼子：预算、超时、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图：SubAgent 的机制与数据流（hub 视角）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正确姿势：先定义「SubAgent」的契约与不变量，再谈实现；所有旁路都必须被审计。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常见误用：把「SubAgent」当成一次性胶水代码，没有版本、没有度量、没有回滚路径。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契约（概念4 SubAgent）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实现（概念4 SubAgent）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把「SubAgent」落到业务：先小流量灰度验证效果与成本，再逐步放开租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「SubAgent」典型故障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「SubAgent」的选型以证据与约束为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优化拓展：SubAgent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「SubAgent」优化一：把人工经验固化为资产（规则/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「SubAgent」优化二：建立基线对照（关闭/盲选/受控三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概念详解：MCP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「MCP」指跨进程/跨团队。在企业级语境下，它同时约束接口契约、生命周期与治理边界，而不只是一个名词。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把MCP讲透：是什么、不是什么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「MCP」指跨进程/跨团队。在企业级语境下，它同时约束接口契约、生命周期与治理边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适用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适用维度：跨进程/跨团队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要点维度：跨进程/跨团队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能力形态决定治理形态：Tool/Skill/Workflow/MCP 各得其所。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「MCP」的运行机制分三步：输入契约校验 → 核心转换执行 → 结果验证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图：MCP 的机制与数据流（flow_v 视角）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正确姿势：把「MCP」的决策依据落成证据（Trace/Eval），而不是凭经验拍板。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常见误用：用相关性绕过「MCP」的硬性过滤，短期省事，长期必然越权或漂移。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治理视角：最小权限、短期凭据、幂等与审计四支柱。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契约（概念5 MCP）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文件：tools.py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代码：tools.py · 实现（概念5 MCP）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「MCP」的应用入口在本课程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「MCP」典型故障：成本失控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「MCP」的选型以证据与约束为准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优化拓展：MCP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「MCP」优化一：把人工经验固化为资产（规则/Skill/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「MCP」优化二：建立基线对照（关闭/盲选/受控三组）证明增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核心：Tool、Skill、Workfl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案例视角：预算调整 Action 的提议-审批-执行-验真全链路。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延伸阅读：三层 Tool Contract 与动态最小工具集。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Tool的定义与边界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能力形态决定治理形态：Tool/Skill/Workflow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tools.py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9F1239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 Function Call 到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E11D48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DF2F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分析 DataAgent 一个能力：为什么选 Tool 而非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第27讲 · 工具与技能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DF2F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