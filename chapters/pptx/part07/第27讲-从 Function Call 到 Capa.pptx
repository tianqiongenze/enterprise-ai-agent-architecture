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27 从 Function Call 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第七篇（Agent 工具/技能治理篇）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第27讲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核心概念：形态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适用的三个关键要点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Tool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单一原子能力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Skill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领域工序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Tool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单一原子能力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Skill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领域工序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Workflow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确定性编排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Tool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单一原子能力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Skill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领域工序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Workflow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确定性编排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代码落点：dataagent/infra/gateway/tools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单一原子能力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Skill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领域工序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分析 DataAgent 一个能力：为什么选 Tool 而非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 从 Function Call 到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分析 DataAgent 一个能力：为什么选 Tool 而非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第27讲 · 第七篇（Agent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