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d4e9e88ab41278b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aaae626f5e60815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c7ecb04b75627d8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69eaad405f6813a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fec781212aa428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c142fbb717ee2a5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d2f91b41e126e55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c98bcc653b44644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057f8d7ded7dfe7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ba349e7ea218248.png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9ddbd43775cff4c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Tool Contract 与动态工具供给：让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能解释模型理解的机制；2) 能对比执行的取舍；3) 能跑通 tool.py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概念详解：模型理解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「模型理解」指name/desc/params。在企业级语境下，它同时约束接口契约、生命周期与治理边界，而不只是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把模型理解讲透：是什么、不是什么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「模型理解」指name/desc/params。在企业级语境下，它同时约束接口契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内容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内容维度：name/desc/params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要点维度：name/desc/params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图：模型理解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正确姿势：先定义「模型理解」的契约与不变量，再谈实现；所有旁路都必须被审计。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常见误用：把「模型理解」当成一次性胶水代码，没有版本、没有度量、没有回滚路径。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契约（概念1 模型理解）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实现（概念1 模型理解）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把「模型理解」落到业务：先小流量灰度验证效果与成本，再逐步放开租户范围。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「模型理解」典型故障：静默失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「模型理解」的选型以证据与约束为准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概念详解：执行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对「执行」的正确定位是：校验+调用；它是可观测、可治理、可演进的稳定工程对象。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把执行讲透：是什么、不是什么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对「执行」的正确定位是：校验+调用；它是可观测、可治理、可演进的稳定工程对象。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内容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内容维度：校验+调用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要点维度：校验+调用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从数据流看「执行」：上游产出受控载荷，经 tool.py 中的实现完成转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图：执行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正确姿势：把「执行」的决策依据落成证据（Trace/Eval），而不是凭经验拍板。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常见误用：用相关性绕过「执行」的硬性过滤，短期省事，长期必然越权或漂移。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契约（概念2 执行）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实现（概念2 执行）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「执行」典型故障：成本失控—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「执行」的选型以证据与约束为准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概念详解：治理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「治理」的本质是权限/风险/审计/幂等。理解它的关键是分清模型能做的与系统必须兜底的。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把治理讲透：是什么、不是什么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「治理」的本质是权限/风险/审计/幂等。理解它的关键是分清模型能做的与系统必须兜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内容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内容维度：权限/风险/审计/幂等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要点维度：权限/风险/审计/幂等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图：治理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正确姿势：为「治理」设置显式预算与停止条件，宁可慢一点，不可失控。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里验证「治理」的正常路径，故障注入一跑就现出原形。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契约（概念3 治理）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实现（概念3 治理）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上线「治理」前自检三问：失败会怎样？谁能审计？回滚要多久？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「治理」典型故障：上下文漂移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「治理」的选型以证据与约束为准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核心：模型理解、执行、治理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延伸阅读：三层 Tool Contract 与动态最小工具集。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Tool Contract 与动态工具供给：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模型理解的定义与边界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能力形态决定治理形态：Tool/Skill/Workflow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tool.py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常见误用：把「模型理解」当成一次性胶水代码，没有版本、没有度量、没有回滚路径。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正确姿势：把「模型理解」的决策依据落成证据（Trace/Eval），而不是凭经验拍板。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常见误用：把「执行」当成一次性胶水代码，没有版本、没有度量、没有回滚路径。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正确姿势：把「执行」的决策依据落成证据（Trace/Eval），而不是凭经验拍板。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常见误用：把「治理」当成一次性胶水代码，没有版本、没有度量、没有回滚路径。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正确姿势：把「治理」的决策依据落成证据（Trace/Eval），而不是凭经验拍板。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「模型理解」的运行机制分三步：输入契约校验 → 核心转换执行 → 结果验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正确姿势：为「模型理解」设置显式预算与停止条件，宁可慢一点，不可失控。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正确姿势：为「执行」设置显式预算与停止条件，宁可慢一点，不可失控。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正确姿势：为「治理」设置显式预算与停止条件，宁可慢一点，不可失控。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经营分析中需要模型理解能力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经营分析中需要执行能力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经营分析中需要治理能力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进阶指引：模型理解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把「模型理解」落到业务：先小流量灰度验证效果与成本，再逐步放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「模型理解」的机制核心是解耦：策略与执行分离、状态与过程分离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把「执行」落到业务：先小流量灰度验证效果与成本，再逐步放开租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「执行」的机制核心是解耦：策略与执行分离、状态与过程分离、权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进阶指引：治理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把「治理」落到业务：先小流量灰度验证效果与成本，再逐步放开租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「治理」的机制核心是解耦：策略与执行分离、状态与过程分离、权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同篇讲次导览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相邻讲次与本讲的关联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讲次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主题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关联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27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从 Function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机制互补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28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Tool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本讲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前后讲次接口互相印证，形成体系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Tool Contract 与动态工具供给：让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对比万能工具/底层 SQL 工具/业务语义工具，说明不同设计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第28讲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