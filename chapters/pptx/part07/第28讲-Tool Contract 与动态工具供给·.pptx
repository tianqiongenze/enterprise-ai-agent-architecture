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28 Tool Contract 与动态工具供给：让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第七篇（Agent 工具/技能治理篇） · 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第28讲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核心概念：层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内容的三个关键要点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模型理解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name/desc/params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执行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校验+调用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模型理解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name/desc/params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执行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校验+调用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治理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权限/风险/审计/幂等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机制与流程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三步走：理解→实现→验证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模型理解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name/desc/params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执行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校验+调用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治理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权限/风险/审计/幂等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代码落点：dataagent/contracts/tool.py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关键证据与结论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用证据支撑工程判断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层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name/desc/params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执行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校验+调用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实战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dataagent/contracts/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对比万能工具/底层 SQL 工具/业务语义工具，说明不同设计对调用成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28 Tool Contract 与动态工具供给：让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对比万能工具/底层 SQL 工具/业务语义工具，说明不同设计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第28讲 · 第七篇（Agent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