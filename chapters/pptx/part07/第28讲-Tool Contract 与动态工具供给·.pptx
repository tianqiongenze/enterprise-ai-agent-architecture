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9ceeecb93e852d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04a3c1521834d61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Tool Contract 与动态工具供给：让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第28讲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11D48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能解释模型理解的机制；2) 能对比执行的取舍；3) 能跑通 tool.py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Tool Contract 与动态工具供给：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内容的三个关键要点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模型理解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name/desc/params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执行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校验+调用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模型理解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name/desc/params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执行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校验+调用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权限/风险/审计/幂等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模型理解：name/desc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执行：校验+调用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DF2F5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DF2F5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代码：tool.py · dataagent/contracts/tool.py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课程第28讲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工具与技能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name/desc/params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执行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校验+调用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9F1239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tool.py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9F123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对比万能工具/底层 SQL 工具/业务语义工具，说明不同设计对调用成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9F123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9F1239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Tool Contract 与动态工具供给：让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E11D48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DF2F5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对比万能工具/底层 SQL 工具/业务语义工具，说明不同设计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第28讲 · 工具与技能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DF2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