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a6085586f095b3c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4b59f3c91c3211b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cf9a6a084278d3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b97145ef286d56c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54e917934ccd38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487031e82d31cae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7094d160fa3e94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5edf1c98e92f031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2e4eeb393f629d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4e027f70144d580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21a084c229279a3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dafc168bffaa7c1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abe7cf7a93fdc48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458c43add83335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f5cd75a31b1fc0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ab329495482d15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01b4078934dbd39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能解释使命的机制；2) 能对比原则的取舍；3) 能跑通 skill.py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概念详解：使命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「使命」指边界声明。在企业级语境下，它同时约束接口契约、生命周期与治理边界，而不只是一个名词。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把使命讲透：是什么、不是什么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「使命」指边界声明。在企业级语境下，它同时约束接口契约、生命周期与治理边界，而不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作用维度：边界声明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要点维度：边界声明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图：使命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正确姿势：先定义「使命」的契约与不变量，再谈实现；所有旁路都必须被审计。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常见误用：把「使命」当成一次性胶水代码，没有版本、没有度量、没有回滚路径。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契约（概念1 使命）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实现（概念1 使命）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把「使命」落到业务：先小流量灰度验证效果与成本，再逐步放开租户范围。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「使命」典型故障：静默失败—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「使命」的选型以证据与约束为准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优化拓展：使命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「使命」优化二：建立基线对照（关闭/盲选/受控三组）证明增量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概念详解：原则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对「原则」的正确定位是：领域约束；它是可观测、可治理、可演进的稳定工程对象。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把原则讲透：是什么、不是什么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对「原则」的正确定位是：领域约束；它是可观测、可治理、可演进的稳定工程对象。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作用维度：领域约束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要点维度：领域约束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从数据流看「原则」：上游产出受控载荷，经 skill.py 中的实现完成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图：原则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正确姿势：把「原则」的决策依据落成证据（Trace/Eval），而不是凭经验拍板。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常见误用：用相关性绕过「原则」的硬性过滤，短期省事，长期必然越权或漂移。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契约（概念2 原则）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实现（概念2 原则）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「原则」典型故障：成本失控—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「原则」的选型以证据与约束为准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「原则」优化二：建立基线对照（关闭/盲选/受控三组）证明增量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概念详解：步骤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「步骤」的本质是工序。理解它的关键是分清模型能做的与系统必须兜底的。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把步骤讲透：是什么、不是什么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「步骤」的本质是工序。理解它的关键是分清模型能做的与系统必须兜底的。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作用维度：工序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要点维度：工序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图：步骤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正确姿势：为「步骤」设置显式预算与停止条件，宁可慢一点，不可失控。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里验证「步骤」的正常路径，故障注入一跑就现出原形。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契约（概念3 步骤）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实现（概念3 步骤）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上线「步骤」前自检三问：失败会怎样？谁能审计？回滚要多久？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「步骤」典型故障：上下文漂移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「步骤」的选型以证据与约束为准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优化拓展：步骤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「步骤」优化二：建立基线对照（关闭/盲选/受控三组）证明增量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概念详解：标准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把「标准」当工程对象看：完成准则。它有明确的输入契约、失败语义与度量口径。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把标准讲透：是什么、不是什么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把「标准」当工程对象看：完成准则。它有明确的输入契约、失败语义与度量口径。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作用维度：完成准则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要点维度：完成准则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图：标准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正确姿势：先定义「标准」的契约与不变量，再谈实现；所有旁路都必须被审计。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常见误用：把「标准」当成一次性胶水代码，没有版本、没有度量、没有回滚路径。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契约（概念4 标准）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实现（概念4 标准）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把「标准」落到业务：先小流量灰度验证效果与成本，再逐步放开租户范围。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「标准」典型故障：静默失败—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「标准」的选型以证据与约束为准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优化拓展：标准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「标准」优化二：建立基线对照（关闭/盲选/受控三组）证明增量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概念详解：验证器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「验证器」指校验完成。在企业级语境下，它同时约束接口契约、生命周期与治理边界，而不只是一个名词。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把验证器讲透：是什么、不是什么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「验证器」指校验完成。在企业级语境下，它同时约束接口契约、生命周期与治理边界，而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作用维度：校验完成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要点维度：校验完成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图：验证器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正确姿势：把「验证器」的决策依据落成证据（Trace/Eval），而不是凭经验拍板。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常见误用：用相关性绕过「验证器」的硬性过滤，短期省事，长期必然越权或漂移。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契约（概念5 验证器）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文件：skill.py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代码：skill.py · 实现（概念5 验证器）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「验证器」典型故障：成本失控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「验证器」的选型以证据与约束为准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优化拓展：验证器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「验证器」优化二：建立基线对照（关闭/盲选/受控三组）证明增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核心：使命、原则、步骤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Skill Engineering：把一次成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使命的定义与边界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skill.py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Skill Engineering：把一次成功的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增加一个 Skill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第30讲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