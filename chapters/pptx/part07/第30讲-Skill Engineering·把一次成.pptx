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2496e8e4fb8d3b7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d0e05b1d26be3c0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Skill Engineering：把一次成功的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第30讲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能解释使命的机制；2) 能对比原则的取舍；3) 能跑通 skill.py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Skill Engineering：把一次成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作用的三个关键要点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使命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边界声明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原则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领域约束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使命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边界声明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原则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领域约束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步骤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工序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使命：边界声明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原则：领域约束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代码：skill.py · dataagent/infra/skills/skill.py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边界声明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原则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领域约束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skill.py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增加一个 Skill Validator 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Skill Engineering：把一次成功的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DF2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增加一个 Skill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第30讲 · 工具与技能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