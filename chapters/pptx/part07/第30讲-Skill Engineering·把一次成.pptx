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30 Skill Engineering：把一次成功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第七篇（Agent 工具/技能治理篇）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第30讲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作用的三个关键要点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使命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边界声明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原则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领域约束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使命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边界声明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原则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领域约束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步骤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工序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机制与流程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三步走：理解→实现→验证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使命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边界声明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原则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领域约束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步骤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工序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代码落点：dataagent/infra/skills/skill.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层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边界声明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原则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领域约束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dataagent/infra/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为 DataAgent 增加一个 Skill Validator 规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 Skill Engineering：把一次成功的经营分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为 DataAgent 增加一个 Skill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第30讲 · 第七篇（Agent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