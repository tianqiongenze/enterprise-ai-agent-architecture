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cca45ccc3626a14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ba1364e440cb110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0c64e13902ca7e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3548cb6dc1e6cb3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afc1968b97d56f5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beeca51b2c32b5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cc5afc2a375aa19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64d038a331fe28d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97b4c70dd92bfc5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627c1db7af1dc08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02049d0acebaf6a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5a38556f25303b.pn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c441703e0a165ee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b3c37f9cd15fd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e76bae49c67c949.pn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060459554a934a4.png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e9de0b8153779d8.png"/>
</Relationships>
</file>

<file path=ppt/slides/_rels/slide7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MCP 与 CapabilityOps：让跨团队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第31讲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DF2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DF2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5D0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5D0D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能解释认证的机制；2) 能对比隔离的取舍；3) 能跑通 tool.py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概念详解：认证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「认证」指短期凭据。在企业级语境下，它同时约束接口契约、生命周期与治理边界，而不只是一个名词。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把认证讲透：是什么、不是什么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「认证」指短期凭据。在企业级语境下，它同时约束接口契约、生命周期与治理边界，而不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治理维度：短期凭据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要点维度：短期凭据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「认证」的运行机制分三步：输入契约校验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图：认证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正确姿势：先定义「认证」的契约与不变量，再谈实现；所有旁路都必须被审计。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常见误用：把「认证」当成一次性胶水代码，没有版本、没有度量、没有回滚路径。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契约（概念1 认证）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实现（概念1 认证）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把「认证」落到业务：先小流量灰度验证效果与成本，再逐步放开租户范围。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「认证」典型故障：静默失败—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「认证」的选型以证据与约束为准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优化拓展：认证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「认证」优化一：把人工经验固化为资产（规则/Skill/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「认证」优化二：建立基线对照（关闭/盲选/受控三组）证明增量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概念详解：隔离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对「隔离」的正确定位是：租户；它是可观测、可治理、可演进的稳定工程对象。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把隔离讲透：是什么、不是什么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对「隔离」的正确定位是：租户；它是可观测、可治理、可演进的稳定工程对象。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治理维度：租户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要点维度：租户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从数据流看「隔离」：上游产出受控载荷，经 tool.py 中的实现完成转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图：隔离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正确姿势：把「隔离」的决策依据落成证据（Trace/Eval），而不是凭经验拍板。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常见误用：用相关性绕过「隔离」的硬性过滤，短期省事，长期必然越权或漂移。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契约（概念2 隔离）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实现（概念2 隔离）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「隔离」的应用入口在本课程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「隔离」典型故障：成本失控—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「隔离」的选型以证据与约束为准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优化拓展：隔离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「隔离」优化一：把人工经验固化为资产（规则/Skill/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「隔离」优化二：建立基线对照（关闭/盲选/受控三组）证明增量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概念详解：限流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「限流」的本质是配额。理解它的关键是分清模型能做的与系统必须兜底的。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把限流讲透：是什么、不是什么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「限流」的本质是配额。理解它的关键是分清模型能做的与系统必须兜底的。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治理维度：配额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要点维度：配额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「限流」的机制核心是解耦：策略与执行分离、状态与过程分离、权限与相关性分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图：限流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正确姿势：为「限流」设置显式预算与停止条件，宁可慢一点，不可失控。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里验证「限流」的正常路径，故障注入一跑就现出原形。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契约（概念3 限流）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实现（概念3 限流）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上线「限流」前自检三问：失败会怎样？谁能审计？回滚要多久？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「限流」典型故障：上下文漂移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「限流」的选型以证据与约束为准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优化拓展：限流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「限流」优化一：把人工经验固化为资产（规则/Skill/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「限流」优化二：建立基线对照（关闭/盲选/受控三组）证明增量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概念详解：审计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把「审计」当工程对象看：Tool Trace。它有明确的输入契约、失败语义与度量口径。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把审计讲透：是什么、不是什么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把「审计」当工程对象看：Tool Trace。它有明确的输入契约、失败语义与度量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治理维度：Tool Trace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要点维度：Tool Trace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「审计」之所以可靠，是因为它把不确定性关进笼子：预算、超时、重试、审计四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图：审计 的机制与数据流（hub 视角）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正确姿势：先定义「审计」的契约与不变量，再谈实现；所有旁路都必须被审计。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常见误用：把「审计」当成一次性胶水代码，没有版本、没有度量、没有回滚路径。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契约（概念4 审计）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实现（概念4 审计）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把「审计」落到业务：先小流量灰度验证效果与成本，再逐步放开租户范围。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「审计」典型故障：静默失败—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「审计」的选型以证据与约束为准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优化拓展：审计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「审计」优化一：把人工经验固化为资产（规则/Skill/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「审计」优化二：建立基线对照（关闭/盲选/受控三组）证明增量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概念详解：可见性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「可见性」指动态工具集编译。在企业级语境下，它同时约束接口契约、生命周期与治理边界，而不只是一个名词。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把可见性讲透：是什么、不是什么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「可见性」指动态工具集编译。在企业级语境下，它同时约束接口契约、生命周期与治理边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治理维度：动态工具集编译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要点维度：动态工具集编译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「可见性」的运行机制分三步：输入契约校验 → 核心转换执行 → 结果验证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图：可见性 的机制与数据流（flow_v 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正确姿势：把「可见性」的决策依据落成证据（Trace/Eval），而不是凭经验拍板。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常见误用：用相关性绕过「可见性」的硬性过滤，短期省事，长期必然越权或漂移。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契约（概念5 可见性）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实现（概念5 可见性）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「可见性」的应用入口在本课程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「可见性」典型故障：成本失控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「可见性」的选型以证据与约束为准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优化拓展：可见性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「可见性」优化一：把人工经验固化为资产（规则/Skill/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「可见性」优化二：建立基线对照（关闭/盲选/受控三组）证明增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核心：认证、隔离、限流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延伸阅读：三层 Tool Contract 与动态最小工具集。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MCP 与 CapabilityOps：让跨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认证的定义与边界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能力形态决定治理形态：Tool/Skill/Workflow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tool.py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MCP 与 CapabilityOps：让跨团队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DF2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对照 DSH 插件接口与 MCP 远程协议，说明进程内扩展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第31讲 · 工具与技能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