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298e6c4d1aa392d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923d676979f485f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MCP 与 CapabilityOps：让跨团队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第31讲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能解释认证的机制；2) 能对比隔离的取舍；3)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MCP 与 CapabilityOps：让跨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核心概念：能力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治理的三个关键要点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短期凭据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隔离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租户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短期凭据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隔离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租户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限流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配额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认证：短期凭据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隔离：租户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短期凭据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隔离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租户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对照 DSH 插件接口与 MCP 远程协议，说明进程内扩展 vs 跨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MCP 与 CapabilityOps：让跨团队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DF2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对照 DSH 插件接口与 MCP 远程协议，说明进程内扩展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第31讲 · 工具与技能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