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31 MCP 与 CapabilityOps：让跨团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第七篇（Agent 工具/技能治理篇） · 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第31讲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核心概念：能力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治理的三个关键要点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短期凭据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隔离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租户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短期凭据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隔离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租户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限流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配额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机制与流程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三步走：理解→实现→验证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短期凭据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隔离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租户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限流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配额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代码落点：dataagent/contracts/tool.py +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关键证据与结论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用证据支撑工程判断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能力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短期凭据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隔离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租户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实战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dataagent/contracts/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对照 DSH 插件接口与 MCP 远程协议，说明进程内扩展 vs 跨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31 MCP 与 CapabilityOps：让跨团队能力可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对照 DSH 插件接口与 MCP 远程协议，说明进程内扩展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第31讲 · 第七篇（Agent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