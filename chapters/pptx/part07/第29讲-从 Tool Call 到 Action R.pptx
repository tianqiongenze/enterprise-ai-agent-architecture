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34ec0d11f35e8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2d4141abdb1911f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216f4b14116a62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1aa33c2708d23b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2885c036683d03f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ed92a970ac1c153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066d9a80a135a2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5906320f90d973c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d969381945d3e0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f37186619e496e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ebc0e235898bd27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874aee696652ee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6f8909d92247e3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81610dff5dcc19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def10cc77683fe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86cca6b3ce40c1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3a46af27587345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a1d7afab072099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5f5aaf31c41dc4.png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a2debf8c779109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f34b46ca02332c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b30642f3045c39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能解释提议的机制；2) 能对比校验的取舍；3) 能跑通 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概念详解：提议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「提议」指模型生成参数。在企业级语境下，它同时约束接口契约、生命周期与治理边界，而不只是一个名词。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把提议讲透：是什么、不是什么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「提议」指模型生成参数。在企业级语境下，它同时约束接口契约、生命周期与治理边界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动作维度：模型生成参数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要点维度：模型生成参数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图：提议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正确姿势：先定义「提议」的契约与不变量，再谈实现；所有旁路都必须被审计。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常见误用：把「提议」当成一次性胶水代码，没有版本、没有度量、没有回滚路径。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契约（概念1 提议）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实现（概念1 提议）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提议）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把「提议」落到业务：先小流量灰度验证效果与成本，再逐步放开租户范围。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「提议」典型故障：静默失败—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「提议」的选型以证据与约束为准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概念详解：校验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对「校验」的正确定位是：Schema/权限；它是可观测、可治理、可演进的稳定工程对象。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把校验讲透：是什么、不是什么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对「校验」的正确定位是：Schema/权限；它是可观测、可治理、可演进的稳定工程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动作维度：Schema/权限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要点维度：Schema/权限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从数据流看「校验」：上游产出受控载荷，经 runtime.py 中的实现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图：校验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正确姿势：把「校验」的决策依据落成证据（Trace/Eval），而不是凭经验拍板。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常见误用：用相关性绕过「校验」的硬性过滤，短期省事，长期必然越权或漂移。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契约（概念2 校验）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实现（概念2 校验）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校验）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「校验」典型故障：成本失控—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「校验」的选型以证据与约束为准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概念详解：授权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「授权」的本质是风险分级。理解它的关键是分清模型能做的与系统必须兜底的。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把授权讲透：是什么、不是什么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「授权」的本质是风险分级。理解它的关键是分清模型能做的与系统必须兜底的。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动作维度：风险分级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要点维度：风险分级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图：授权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正确姿势：为「授权」设置显式预算与停止条件，宁可慢一点，不可失控。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里验证「授权」的正常路径，故障注入一跑就现出原形。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契约（概念3 授权）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实现（概念3 授权）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授权）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上线「授权」前自检三问：失败会怎样？谁能审计？回滚要多久？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「授权」典型故障：上下文漂移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「授权」的选型以证据与约束为准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概念详解：审批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把「审批」当工程对象看：人工或策略。它有明确的输入契约、失败语义与度量口径。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把审批讲透：是什么、不是什么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把「审批」当工程对象看：人工或策略。它有明确的输入契约、失败语义与度量口径。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动作维度：人工或策略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要点维度：人工或策略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图：审批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正确姿势：先定义「审批」的契约与不变量，再谈实现；所有旁路都必须被审计。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常见误用：把「审批」当成一次性胶水代码，没有版本、没有度量、没有回滚路径。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契约（概念4 审批）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实现（概念4 审批）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审批）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把「审批」落到业务：先小流量灰度验证效果与成本，再逐步放开租户范围。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「审批」典型故障：静默失败—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「审批」的选型以证据与约束为准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「执行」指幂等执行。在企业级语境下，它同时约束接口契约、生命周期与治理边界，而不只是一个名词。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「执行」指幂等执行。在企业级语境下，它同时约束接口契约、生命周期与治理边界，而不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动作维度：幂等执行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要点维度：幂等执行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常见误用：用相关性绕过「执行」的硬性过滤，短期省事，长期必然越权或漂移。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契约（概念5 执行）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实现（概念5 执行）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执行）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「执行」的选型以证据与约束为准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核心：提议、校验、授权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提议的定义与边界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runtime.py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 DataAgent 中所有有副作用工具，按风险分级并设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