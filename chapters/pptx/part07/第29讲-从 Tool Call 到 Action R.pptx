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ada04f359989829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9e5208ce7c47fa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能解释提议的机制；2) 能对比校验的取舍；3) 能跑通 workflow.py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核心概念：阶段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动作的三个关键要点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提议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模型生成参数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校验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Schema/权限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提议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模型生成参数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校验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Schema/权限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授权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风险分级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提议：模型生成参数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校验：Schema/权限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dataagent/contracts/runtime.py + infra/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阶段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模型生成参数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校验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Schema/权限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workflow.py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列出 DataAgent 中所有有副作用工具，按风险分级并设最小权限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Tool Call 到 Action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列出 DataAgent 中所有有副作用工具，按风险分级并设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第29讲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