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29 从 Tool Call 到 Action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第七篇（Agent 工具/技能治理篇）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第29讲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核心概念：阶段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动作的三个关键要点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提议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模型生成参数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校验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Schema/权限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提议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模型生成参数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校验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Schema/权限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授权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风险分级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机制与流程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三步走：理解→实现→验证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提议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模型生成参数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校验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Schema/权限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授权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风险分级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代码落点：dataagent/contracts/runtime.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课程第29讲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阶段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模型生成参数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校验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Schema/权限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dataagent/contracts/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列出 DataAgent 中所有有副作用工具，按风险分级并设最小权限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 从 Tool Call 到 Action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列出 DataAgent 中所有有副作用工具，按风险分级并设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第29讲 · 第七篇（Agent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