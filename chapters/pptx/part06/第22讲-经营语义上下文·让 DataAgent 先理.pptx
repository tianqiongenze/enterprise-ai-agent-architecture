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76eb8f3d0aa5766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005be101f8ffce6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b6a3c5f6f55c603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d5c0b52dea2bd91.pn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5bd31f1879d276c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c8a6d49c484ada4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d9d55f026077827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42d0983d30c0d25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977c5ef971b62eb.pn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2c511a39e02cf57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8f82f690e20593b.png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4c3fbfee7e9556f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e1158f1dfc0f999.png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980f3b73429781e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86738b67d75c626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1262b8e20c78059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bf7ce077068355f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经营语义上下文：让 DataAgent 先理解指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第22讲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能解释Metric的机制；2) 能对比alias的取舍；3) 能跑通 analytics.py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经营语义上下文：让 DataAgent 先理解指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概念详解：Metric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「Metric」指指标权威定义。在企业级语境下，它同时约束接口契约、生命周期与治理边界，而不只是一个名词。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经营语义上下文：让 DataAgent 先理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定义与内涵：Metric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把Metric讲透：是什么、不是什么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「Metric」指指标权威定义。在企业级语境下，它同时约束接口契约、生命周期与治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作用维度：指标权威定义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要点维度：指标权威定义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机制图解：Metric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「Metric」的运行机制分三步：输入契约校验 → 核心转换执行 → 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图：Metric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深入原理：Metric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正确姿势：先定义「Metric」的契约与不变量，再谈实现；所有旁路都必须被审计。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常见误用：把「Metric」当成一次性胶水代码，没有版本、没有度量、没有回滚路径。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代码契约：Metric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契约（概念1 Metric）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代码实现：Metric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实现（概念1 Metric）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应用实践：Metric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把「Metric」落到业务：先小流量灰度验证效果与成本，再逐步放开租户范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陷阱与排查：Metric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「Metric」典型故障：静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工程决策：Metric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「Metric」的选型以证据与约束为准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优化拓展：Metric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「Metric」优化一：把人工经验固化为资产（规则/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「Metric」优化二：建立基线对照（关闭/盲选/受控三组）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概念详解：alias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对「alias」的正确定位是：自然语言映射；它是可观测、可治理、可演进的稳定工程对象。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经营语义上下文：让 DataAgent 先理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定义与内涵：alias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把alias讲透：是什么、不是什么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对「alias」的正确定位是：自然语言映射；它是可观测、可治理、可演进的稳定工程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作用维度：自然语言映射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要点维度：自然语言映射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机制图解：alias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从数据流看「alias」：上游产出受控载荷，经 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图：alias 的机制与数据流（cycle 视角）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深入原理：alias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正确姿势：把「alias」的决策依据落成证据（Trace/Eval），而不是凭经验拍板。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常见误用：用相关性绕过「alias」的硬性过滤，短期省事，长期必然越权或漂移。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代码契约：alias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契约（概念2 alias）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代码实现：alias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实现（概念2 alias）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应用实践：alias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「alias」的应用入口在本课程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陷阱与排查：alias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「alias」典型故障：成本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工程决策：alias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「alias」的选型以证据与约束为准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优化拓展：alias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「alias」优化一：把人工经验固化为资产（规则/Skill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「alias」优化二：建立基线对照（关闭/盲选/受控三组）证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概念详解：粒度/时态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「粒度/时态」的本质是粒度/时间语义。理解它的关键是分清模型能做的与系统必须兜底的。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经营语义上下文：让 DataAgent 先理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定义与内涵：粒度/时态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把粒度/时态讲透：是什么、不是什么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「粒度/时态」的本质是粒度/时间语义。理解它的关键是分清模型能做的与系统必须兜底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作用维度：粒度/时间语义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要点维度：粒度/时间语义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机制图解：粒度/时态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「粒度/时态」的机制核心是解耦：策略与执行分离、状态与过程分离、权限与相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图：粒度/时态 的机制与数据流（layers 视角）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深入原理：粒度/时态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正确姿势：为「粒度/时态」设置显式预算与停止条件，宁可慢一点，不可失控。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里验证「粒度/时态」的正常路径，故障注入一跑就现出原形。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代码契约：粒度/时态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契约（概念3 粒度/时态）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代码实现：粒度/时态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实现（概念3 粒度/时态）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应用实践：粒度/时态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上线「粒度/时态」前自检三问：失败会怎样？谁能审计？回滚要多久？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陷阱与排查：粒度/时态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「粒度/时态」典型故障：上下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工程决策：粒度/时态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「粒度/时态」的选型以证据与约束为准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优化拓展：粒度/时态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「粒度/时态」优化一：把人工经验固化为资产（规则/Skill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「粒度/时态」优化二：建立基线对照（关闭/盲选/受控三组）证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概念详解：catalog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把「catalog」当工程对象看：数据血缘。它有明确的输入契约、失败语义与度量口径。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经营语义上下文：让 DataAgent 先理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定义与内涵：catalog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把catalog讲透：是什么、不是什么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把「catalog」当工程对象看：数据血缘。它有明确的输入契约、失败语义与度量口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作用维度：数据血缘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要点维度：数据血缘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机制图解：catalog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「catalog」之所以可靠，是因为它把不确定性关进笼子：预算、超时、重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图：catalog 的机制与数据流（hub 视角）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深入原理：catalog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正确姿势：先定义「catalog」的契约与不变量，再谈实现；所有旁路都必须被审计。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常见误用：把「catalog」当成一次性胶水代码，没有版本、没有度量、没有回滚路径。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代码契约：catalog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契约（概念4 catalog）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代码实现：catalog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实现（概念4 catalog）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应用实践：catalog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把「catalog」落到业务：先小流量灰度验证效果与成本，再逐步放开租户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陷阱与排查：catalog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「catalog」典型故障：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工程决策：catalog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「catalog」的选型以证据与约束为准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优化拓展：catalog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「catalog」优化一：把人工经验固化为资产（规则/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「catalog」优化二：建立基线对照（关闭/盲选/受控三组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概念详解：permission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「permission」指权限先于相关。在企业级语境下，它同时约束接口契约、生命周期与治理边界，而不只是一个名词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经营语义上下文：让 DataAgent 先理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定义与内涵：permission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把permission讲透：是什么、不是什么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「permission」指权限先于相关。在企业级语境下，它同时约束接口契约、生命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作用维度：权限先于相关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要点维度：权限先于相关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机制图解：permission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「permission」的运行机制分三步：输入契约校验 → 核心转换执行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图：permission 的机制与数据流（flow_v 视角）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深入原理：permission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正确姿势：把「permission」的决策依据落成证据（Trace/Eval），而不是凭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常见误用：用相关性绕过「permission」的硬性过滤，短期省事，长期必然越权或漂移。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代码契约：permission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契约（概念5 permission）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代码实现：permission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实现（概念5 permission）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应用实践：permission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「permission」的应用入口在本课程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陷阱与排查：permission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「permission」典型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工程决策：permission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「permission」的选型以证据与约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优化拓展：permission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「permission」优化一：把人工经验固化为资产（规则/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「permission」优化二：建立基线对照（关闭/盲选/受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核心：Metric、alias、粒度/时态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经营语义上下文：让 DataAgent 先理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经营语义上下文：让 DataAgent 先理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延伸阅读：Context Decision Trace 与上下文故障分类。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经营语义上下文：让 DataAgent 先理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经营语义上下文：让 DataAgent 先理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Metric的定义与边界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analytics.py 对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经营语义上下文：让 DataAgent 先理解指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7FA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新增一个指标（退款率），定义口径、别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第22讲 · 上下文治理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