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10c42198bf8cab7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c0dd50dd8d4f987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经营语义上下文：让 DataAgent 先理解指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能解释Metric的机制；2) 能对比alias的取舍；3)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Metric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Metric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粒度/时态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粒度/时间语义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Metric：指标权威定义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alias：自然语言映射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指标权威定义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alias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自然语言映射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新增一个指标（退款率），定义口径、别名、维度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经营语义上下文：让 DataAgent 先理解指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新增一个指标（退款率），定义口径、别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第22讲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