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22 经营语义上下文：让 DataAgent 先理解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第六篇（Agent 上下文治理篇）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作用的三个关键要点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Metric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指标权威定义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alias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自然语言映射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Metric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指标权威定义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alias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自然语言映射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粒度/时态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粒度/时间语义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Metric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指标权威定义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alias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自然语言映射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粒度/时态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粒度/时间语义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代码落点：dataagent/domain/analytics.py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指标权威定义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alias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自然语言映射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dataagent/domain/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新增一个指标（退款率），定义口径、别名、维度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 经营语义上下文：让 DataAgent 先理解指标，再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新增一个指标（退款率），定义口径、别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第22讲 · 第六篇（Agent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