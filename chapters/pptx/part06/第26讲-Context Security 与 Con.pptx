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ac1f2b2258b3ff1.png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2d9ba4b2e05a179.png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4D7C0F"/>
                </a:solidFill>
                <a:latin typeface="Arial"/>
                <a:ea typeface="Microsoft YaHei"/>
                <a:cs typeface="Arial"/>
              </a:rPr>
              <a:t>Context Security 与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上下文治理 · 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84CC16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第26讲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7FAEC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能解释指令注入的机制；2) 能对比跨租户的取舍；3) 能跑通 DataAgent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Context Security 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核心概念：威胁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防护的三个关键要点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指令注入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外部数据打不可信标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跨租户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候选池/日志/Trace 隔离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指令注入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外部数据打不可信标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跨租户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候选池/日志/Trace 隔离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预算挤压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必需优先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架构与执行链路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一图看懂本讲的机制流转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指令注入：外部数据打不可信标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跨租户：候选池/日志/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图：本讲核心对象的执行链路（由讲义表格自动生成）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关键代码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可运行实现与讲解一一对应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契约先行：接口→实现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离线可运行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代码：见讲义与 dataagent/ 仓库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关键证据与结论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用证据支撑工程判断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威胁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外部数据打不可信标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跨租户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候选池/日志/Trace 隔离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实战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DataAgent 仓库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为 DataAgent 建立 Context Eval 指标（召回率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4D7C0F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Context Security 与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84CC16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7FAEC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为 DataAgent 建立 Context Eval 指标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第26讲 · 上下文治理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7FAEC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