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26 Context Security 与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第六篇（Agent 上下文治理篇）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核心概念：威胁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防护的三个关键要点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指令注入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外部数据打不可信标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跨租户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候选池/日志/Trace 隔离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指令注入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外部数据打不可信标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跨租户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候选池/日志/Trace 隔离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预算挤压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必需优先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指令注入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外部数据打不可信标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跨租户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候选池/日志/Trace 隔离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预算挤压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必需优先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代码落点：dataagent/infra/security/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威胁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外部数据打不可信标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跨租户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候选池/日志/Trace 隔离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建立 Context Eval 指标（召回率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 Context Security 与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建立 Context Eval 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第26讲 · 第六篇（Agent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