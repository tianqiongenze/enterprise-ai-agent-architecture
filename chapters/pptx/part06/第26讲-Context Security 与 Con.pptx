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dfe7ae044eb4359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feef6bf7a0a2b9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e188ec0d47bd1c6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1155990b86bb568.pn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3a7f031e7de862e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ab7734f8d1d9800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2d636933ff66095.png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94e6381de3900b5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852b51b9cf29d6d.png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790495387d3e349.png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27b99523ac3ab69.png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c9273714f26cf31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16dc1f109989133.pn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e46dee097aa785c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4D7C0F"/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84CC1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第26讲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AE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7FAE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7FAE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E0EDC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E0EDC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能解释指令注入的机制；2) 能对比跨租户的取舍；3) 能跑通 guards.py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概念详解：指令注入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「指令注入」指外部数据打不可信标。在企业级语境下，它同时约束接口契约、生命周期与治理边界，而不只是一个名词。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把指令注入讲透：是什么、不是什么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「指令注入」指外部数据打不可信标。在企业级语境下，它同时约束接口契约、生命周期与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防护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防护维度：外部数据打不可信标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要点维度：外部数据打不可信标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「指令注入」的运行机制分三步：输入契约校验 → 核心转换执行 → 结果验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图：指令注入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正确姿势：先定义「指令注入」的契约与不变量，再谈实现；所有旁路都必须被审计。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常见误用：把「指令注入」当成一次性胶水代码，没有版本、没有度量、没有回滚路径。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文件：guards.py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代码：guards.py · 契约（概念1 指令注入）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文件：guards.py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代码：guards.py · 实现（概念1 指令注入）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把「指令注入」落到业务：先小流量灰度验证效果与成本，再逐步放开租户范围。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「指令注入」典型故障：静默失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「指令注入」的选型以证据与约束为准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「指令注入」优化一：把人工经验固化为资产（规则/Skill/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「指令注入」优化二：建立基线对照（关闭/盲选/受控三组）证明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概念详解：跨租户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对「跨租户」的正确定位是：候选池/日志/Trace 隔离；它是可观测、可治理、可演进的稳定工程对象。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把跨租户讲透：是什么、不是什么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对「跨租户」的正确定位是：候选池/日志/Trace 隔离；它是可观测、可治理、可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防护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防护维度：候选池/日志/Trace 隔离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要点维度：候选池/日志/Trace 隔离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从数据流看「跨租户」：上游产出受控载荷，经 guards.py 中的实现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图：跨租户 的机制与数据流（cycle 视角）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正确姿势：把「跨租户」的决策依据落成证据（Trace/Eval），而不是凭经验拍板。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常见误用：用相关性绕过「跨租户」的硬性过滤，短期省事，长期必然越权或漂移。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文件：guards.py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代码：guards.py · 契约（概念2 跨租户）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文件：guards.py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代码：guards.py · 实现（概念2 跨租户）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「跨租户」的应用入口在本课程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「跨租户」典型故障：成本失控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「跨租户」的选型以证据与约束为准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「跨租户」优化一：把人工经验固化为资产（规则/Skill/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「跨租户」优化二：建立基线对照（关闭/盲选/受控三组）证明增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概念详解：预算挤压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「预算挤压」的本质是必需优先。理解它的关键是分清模型能做的与系统必须兜底的。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把预算挤压讲透：是什么、不是什么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「预算挤压」的本质是必需优先。理解它的关键是分清模型能做的与系统必须兜底的。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防护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防护维度：必需优先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要点维度：必需优先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「预算挤压」的机制核心是解耦：策略与执行分离、状态与过程分离、权限与相关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图：预算挤压 的机制与数据流（layers 视角）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正确姿势：为「预算挤压」设置显式预算与停止条件，宁可慢一点，不可失控。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里验证「预算挤压」的正常路径，故障注入一跑就现出原形。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文件：guards.py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代码：guards.py · 契约（概念3 预算挤压）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文件：guards.py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代码：guards.py · 实现（概念3 预算挤压）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上线「预算挤压」前自检三问：失败会怎样？谁能审计？回滚要多久？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「预算挤压」典型故障：上下文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「预算挤压」的选型以证据与约束为准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「预算挤压」优化一：把人工经验固化为资产（规则/Skill/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「预算挤压」优化二：建立基线对照（关闭/盲选/受控三组）证明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概念详解：压缩失真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把「压缩失真」当工程对象看：保留不变量。它有明确的输入契约、失败语义与度量口径。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把压缩失真讲透：是什么、不是什么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把「压缩失真」当工程对象看：保留不变量。它有明确的输入契约、失败语义与度量口径。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防护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防护维度：保留不变量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要点维度：保留不变量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「压缩失真」之所以可靠，是因为它把不确定性关进笼子：预算、超时、重试、审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图：压缩失真 的机制与数据流（hub 视角）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正确姿势：先定义「压缩失真」的契约与不变量，再谈实现；所有旁路都必须被审计。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常见误用：把「压缩失真」当成一次性胶水代码，没有版本、没有度量、没有回滚路径。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文件：guards.py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代码：guards.py · 契约（概念4 压缩失真）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文件：guards.py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代码：guards.py · 实现（概念4 压缩失真）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把「压缩失真」落到业务：先小流量灰度验证效果与成本，再逐步放开租户范围。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「压缩失真」典型故障：静默失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「压缩失真」的选型以证据与约束为准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「压缩失真」优化一：把人工经验固化为资产（规则/Skill/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「压缩失真」优化二：建立基线对照（关闭/盲选/受控三组）证明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核心：指令注入、跨租户、预算挤压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延伸阅读：Context Decision Trace 与上下文故障分类。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指令注入的定义与边界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guards.py 对应用例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常见误用：把「指令注入」当成一次性胶水代码，没有版本、没有度量、没有回滚路径。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正确姿势：把「指令注入」的决策依据落成证据（Trace/Eval），而不是凭经验拍板。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常见误用：把「跨租户」当成一次性胶水代码，没有版本、没有度量、没有回滚路径。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正确姿势：把「跨租户」的决策依据落成证据（Trace/Eval），而不是凭经验拍板。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常见误用：把「预算挤压」当成一次性胶水代码，没有版本、没有度量、没有回滚路径。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正确姿势：把「预算挤压」的决策依据落成证据（Trace/Eval），而不是凭经验拍板。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常见误用：把「压缩失真」当成一次性胶水代码，没有版本、没有度量、没有回滚路径。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正确姿势：把「压缩失真」的决策依据落成证据（Trace/Eval），而不是凭经验拍板。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「指令注入」的运行机制分三步：输入契约校验 → 核心转换执行 → 结果验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正确姿势：为「指令注入」设置显式预算与停止条件，宁可慢一点，不可失控。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考核问答：跨租户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「跨租户」的运行机制分三步：输入契约校验 → 核心转换执行 → 结果验证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正确姿势：为「跨租户」设置显式预算与停止条件，宁可慢一点，不可失控。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考核问答：预算挤压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「预算挤压」的运行机制分三步：输入契约校验 → 核心转换执行 → 结果验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正确姿势：为「预算挤压」设置显式预算与停止条件，宁可慢一点，不可失控。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考核问答：压缩失真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「压缩失真」的运行机制分三步：输入契约校验 → 核心转换执行 → 结果验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正确姿势：为「压缩失真」设置显式预算与停止条件，宁可慢一点，不可失控。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案例研究：指令注入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经营分析中需要指令注入能力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「指令注入」的应用入口在本课程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4D7C0F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Context Security 与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84CC1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7FAE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建立 Context Eval 指标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第26讲 · 上下文治理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AE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