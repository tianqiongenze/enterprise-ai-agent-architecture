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8db7fb66574d4c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58fdf1e8c7c513a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38c5eb37e7a9bf2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6d7ab6a3e72efb7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235bbb903e5f2b2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354c47323072854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ca05de28aded914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28aedf868c3d02f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068e07abfa007d6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8cf0a06d8e80bad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9de905954f4aa4e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19f47959058679e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fa15cd230f194af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7ee5fd208e28e60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12e809a2e17cbcb.png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b30aed0bc6a673e.png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d81e00f1fbfa40a.png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动态上下文装配与预算：让不同 Step 只看到最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能解释管线化的机制；2) 能对比硬过滤的取舍；3) 能跑通 assembler.py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只看到最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概念详解：管线化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「管线化」指装配管道定位错误。在企业级语境下，它同时约束接口契约、生命周期与治理边界，而不只是一个名词。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把管线化讲透：是什么、不是什么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「管线化」指装配管道定位错误。在企业级语境下，它同时约束接口契约、生命周期与治理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方法维度：装配管道定位错误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要点维度：装配管道定位错误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「管线化」的运行机制分三步：输入契约校验 → 核心转换执行 → 结果验证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图：管线化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正确姿势：先定义「管线化」的契约与不变量，再谈实现；所有旁路都必须被审计。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常见误用：把「管线化」当成一次性胶水代码，没有版本、没有度量、没有回滚路径。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契约（概念1 管线化）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实现（概念1 管线化）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把「管线化」落到业务：先小流量灰度验证效果与成本，再逐步放开租户范围。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「管线化」典型故障：静默失败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「管线化」的选型以证据与约束为准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优化拓展：管线化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「管线化」优化一：把人工经验固化为资产（规则/Skill/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「管线化」优化二：建立基线对照（关闭/盲选/受控三组）证明增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概念详解：硬过滤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对「硬过滤」的正确定位是：权限/租户/有效期；它是可观测、可治理、可演进的稳定工程对象。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把硬过滤讲透：是什么、不是什么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对「硬过滤」的正确定位是：权限/租户/有效期；它是可观测、可治理、可演进的稳定工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方法维度：权限/租户/有效期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要点维度：权限/租户/有效期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从数据流看「硬过滤」：上游产出受控载荷，经 assembler.py 中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图：硬过滤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正确姿势：把「硬过滤」的决策依据落成证据（Trace/Eval），而不是凭经验拍板。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常见误用：用相关性绕过「硬过滤」的硬性过滤，短期省事，长期必然越权或漂移。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契约（概念2 硬过滤）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实现（概念2 硬过滤）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「硬过滤」的应用入口在本课程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「硬过滤」典型故障：成本失控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「硬过滤」的选型以证据与约束为准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优化拓展：硬过滤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「硬过滤」优化一：把人工经验固化为资产（规则/Skill/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「硬过滤」优化二：建立基线对照（关闭/盲选/受控三组）证明增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概念详解：预算分区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「预算分区」的本质是provenance 配额。理解它的关键是分清模型能做的与系统必须兜底的。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把预算分区讲透：是什么、不是什么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「预算分区」的本质是provenance 配额。理解它的关键是分清模型能做的与系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方法维度：provenance 配额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要点维度：provenance 配额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「预算分区」的机制核心是解耦：策略与执行分离、状态与过程分离、权限与相关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图：预算分区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正确姿势：为「预算分区」设置显式预算与停止条件，宁可慢一点，不可失控。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里验证「预算分区」的正常路径，故障注入一跑就现出原形。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契约（概念3 预算分区）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实现（概念3 预算分区）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上线「预算分区」前自检三问：失败会怎样？谁能审计？回滚要多久？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「预算分区」典型故障：上下文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「预算分区」的选型以证据与约束为准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优化拓展：预算分区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「预算分区」优化一：把人工经验固化为资产（规则/Skill/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「预算分区」优化二：建立基线对照（关闭/盲选/受控三组）证明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概念详解：去重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把「去重」当工程对象看：冲突处理。它有明确的输入契约、失败语义与度量口径。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把去重讲透：是什么、不是什么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把「去重」当工程对象看：冲突处理。它有明确的输入契约、失败语义与度量口径。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方法维度：冲突处理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要点维度：冲突处理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「去重」之所以可靠，是因为它把不确定性关进笼子：预算、超时、重试、审计四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图：去重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正确姿势：先定义「去重」的契约与不变量，再谈实现；所有旁路都必须被审计。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常见误用：把「去重」当成一次性胶水代码，没有版本、没有度量、没有回滚路径。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契约（概念4 去重）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实现（概念4 去重）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把「去重」落到业务：先小流量灰度验证效果与成本，再逐步放开租户范围。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「去重」典型故障：静默失败—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「去重」的选型以证据与约束为准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优化拓展：去重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「去重」优化一：把人工经验固化为资产（规则/Skill/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「去重」优化二：建立基线对照（关闭/盲选/受控三组）证明增量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概念详解：充分性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「充分性」指required 检查。在企业级语境下，它同时约束接口契约、生命周期与治理边界，而不只是一个名词。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把充分性讲透：是什么、不是什么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「充分性」指required 检查。在企业级语境下，它同时约束接口契约、生命周期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方法维度：required 检查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要点维度：required 检查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「充分性」的运行机制分三步：输入契约校验 → 核心转换执行 → 结果验证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图：充分性 的机制与数据流（flow_v 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正确姿势：把「充分性」的决策依据落成证据（Trace/Eval），而不是凭经验拍板。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常见误用：用相关性绕过「充分性」的硬性过滤，短期省事，长期必然越权或漂移。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契约（概念5 充分性）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实现（概念5 充分性）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「充分性」的应用入口在本课程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「充分性」典型故障：成本失控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「充分性」的选型以证据与约束为准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优化拓展：充分性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「充分性」优化一：把人工经验固化为资产（规则/Skill/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「充分性」优化二：建立基线对照（关闭/盲选/受控三组）证明增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核心：管线化、硬过滤、预算分区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延伸阅读：Context Decision Trace 与上下文故障分类。</a:t>
              </a:r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管线化的定义与边界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assembler.py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动态上下文装配与预算：让不同 Step 只看到最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给 DataAgent 注入跨租户上下文，验证硬性过滤兜底且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第23讲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