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3b18a60600d7a6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49657077ee58667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动态上下文装配与预算：让不同 Step 只看到最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能解释管线化的机制；2) 能对比硬过滤的取舍；3)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动态上下文装配与预算：让不同 Step 只看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管线化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管线化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预算分区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provenance 配额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管线化：装配管道定位错误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硬过滤：权限/租户/有效期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给 DataAgent 注入跨租户上下文，验证硬性过滤兜底且记录过滤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动态上下文装配与预算：让不同 Step 只看到最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注入跨租户上下文，验证硬性过滤兜底且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