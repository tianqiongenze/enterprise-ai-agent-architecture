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d33a2f8cd78cb96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8aeb4f2f1c4c781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58c7c2033f374ed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9ab432db31d1a7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8a3a8770ab655e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b9695f3e41d1834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68d1b5f510ba04a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689c5440f25be0b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cd9a07bc6833eb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9ad4ea56f12bca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7FA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E0EDC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能解释共享完整上下文的机制；2) 能对比显式 Handoff的取舍；3)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概念详解：共享完整上下文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「共享完整上下文」指简单但泄漏多。在企业级语境下，它同时约束接口契约、生命周期与治理边界，而不只是一个名词。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把共享完整上下文讲透：是什么、不是什么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「共享完整上下文」指简单但泄漏多。在企业级语境下，它同时约束接口契约、生命周期与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说明维度：简单但泄漏多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要点维度：简单但泄漏多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图：共享完整上下文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正确姿势：先定义「共享完整上下文」的契约与不变量，再谈实现；所有旁路都必须被审计。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常见误用：把「共享完整上下文」当成一次性胶水代码，没有版本、没有度量、没有回滚路径。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共享完整上下文）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把「共享完整上下文」落到业务：先小流量灰度验证效果与成本，再逐步放开租户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「共享完整上下文」典型故障：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「共享完整上下文」的选型以证据与约束为准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概念详解：显式 Handoff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对「显式 Handoff」的正确定位是：受控交接；它是可观测、可治理、可演进的稳定工程对象。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把显式 Handoff讲透：是什么、不是什么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对「显式 Handoff」的正确定位是：受控交接；它是可观测、可治理、可演进的稳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说明维度：受控交接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要点维度：受控交接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从数据流看「显式 Handoff」：上游产出受控载荷，经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图：显式 Handoff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正确姿势：把「显式 Handoff」的决策依据落成证据（Trace/Eval），而不是凭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常见误用：用相关性绕过「显式 Handoff」的硬性过滤，短期省事，长期必然越权或漂移。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显式 Handoff）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「显式 Handoff」典型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「显式 Handoff」的选型以证据与约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概念详解：Artifact 引用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「Artifact 引用」的本质是大对象外置。理解它的关键是分清模型能做的与系统必须兜底的。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把Artifact 引用讲透：是什么、不是什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引用」的本质是大对象外置。理解它的关键是分清模型能做的与系统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说明维度：大对象外置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要点维度：大对象外置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引用」的机制核心是解耦：策略与执行分离、状态与过程分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图：Artifact 引用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正确姿势：为「Artifact 引用」设置显式预算与停止条件，宁可慢一点，不可失控。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里验证「Artifact 引用」的正常路径，故障注入一跑就现出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Artifact 引用）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上线「Artifact 引用」前自检三问：失败会怎样？谁能审计？回滚要多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「Artifact 引用」典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「Artifact 引用」的选型以证据与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优化拓展：Artifact 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引用」优化一：把人工经验固化为资产（规则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引用」优化二：建立基线对照（关闭/盲选/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概念详解：Parent-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把「Parent-Child」当工程对象看：子任务隔离。它有明确的输入契约、失败语义与度量口径。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把Parent-Child讲透：是什么、不是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把「Parent-Child」当工程对象看：子任务隔离。它有明确的输入契约、失败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说明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说明维度：子任务隔离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要点维度：子任务隔离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「Parent-Child」之所以可靠，是因为它把不确定性关进笼子：预算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图：Parent-Child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正确姿势：先定义「Parent-Child」的契约与不变量，再谈实现；所有旁路都必须被审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常见误用：把「Parent-Child」当成一次性胶水代码，没有版本、没有度量、没有回滚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Parent-Child）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把「Parent-Child」落到业务：先小流量灰度验证效果与成本，再逐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「Parent-Child」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「Parent-Child」的选型以证据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优化拓展：Parent-Child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「Parent-Child」优化一：把人工经验固化为资产（规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「Parent-Child」优化二：建立基线对照（关闭/盲选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核心：共享完整上下、显式、Artifa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延伸阅读：Context Decision Trace 与上下文故障分类。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共享完整上下文的定义与边界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上下文即决策环境：最小充分、可信可控，缺一即停。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常见误用：把「共享完整上下文」当成一次性胶水代码，没有版本、没有度量、没有回滚路径。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正确姿势：把「共享完整上下文」的决策依据落成证据（Trace/Eval），而不是凭经验拍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常见误用：把「显式 Handoff」当成一次性胶水代码，没有版本、没有度量、没有回滚路径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正确姿势：把「显式 Handoff」的决策依据落成证据（Trace/Eval），而不是凭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反模式对照：Artifact 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常见误用：把「Artifact 引」当成一次性胶水代码，没有版本、没有度量、没有回滚路径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正确姿势：把「Artifact 引」的决策依据落成证据（Trace/Eval），而不是凭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反模式对照：Parent-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常见误用：把「Parent-」当成一次性胶水代码，没有版本、没有度量、没有回滚路径。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正确姿势：把「Parent-」的决策依据落成证据（Trace/Eval），而不是凭经验拍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正确姿势：为「共享完整上下文」设置显式预算与停止条件，宁可慢一点，不可失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正确姿势：为「显式 Handoff」设置显式预算与停止条件，宁可慢一点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考核问答：Artifact 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引」的运行机制分三步：输入契约校验 → 核心转换执行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正确姿势：为「Artifact 引」设置显式预算与停止条件，宁可慢一点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考核问答：Parent-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「Parent-」的运行机制分三步：输入契约校验 → 核心转换执行 →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正确姿势：为「Parent-」设置显式预算与停止条件，宁可慢一点，不可失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治理视角：权限先于相关性，硬过滤不可被排序绕过。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经营分析中需要共享完整上下文能力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「共享完整上下文」的应用入口在本课程 DataAgent：跑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案例研究：显式 Handoff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经营分析中需要显式 Handoff能力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「显式 Handoff」的应用入口在本课程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案例研究：Artifact 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经营分析中需要Artifact 引能力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「Artifact 引」的应用入口在本课程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案例研究：Parent-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经营分析中需要Parent-能力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「Parent-」的应用入口在本课程 DataAgent：跑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案例视角：指标口径注入与跨租户泄漏的防御实测。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进阶指引：共享完整上下文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把「共享完整上下文」落到业务：先小流量灰度验证效果与成本，再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「共享完整上下文」的机制核心是解耦：策略与执行分离、状态与过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设计一次跨多 Agent 交接，验证目标/权限/证据作为受控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