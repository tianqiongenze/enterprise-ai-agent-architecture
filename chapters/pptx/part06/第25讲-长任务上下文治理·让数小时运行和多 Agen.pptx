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4e3862fbf473b03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32036738a485659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4CC16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能解释共享完整上下文的机制；2) 能对比显式 Handoff的取舍；3)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长任务上下文治理：让数小时运行和多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核心概念：拓扑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说明的三个关键要点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共享完整上下文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简单但泄漏多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显式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受控交接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共享完整上下文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简单但泄漏多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显式 Handoff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受控交接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Artifact 引用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大对象外置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共享完整上下文：简单但泄漏多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显式：受控交接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7FAEC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7FAEC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84CC16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课程第25讲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拓扑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简单但泄漏多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显式 Handoff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受控交接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84CC16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84CC1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4D7C0F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4D7C0F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设计一次跨多 Agent 交接，验证目标/权限/证据作为受控载荷沿执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4D7C0F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4D7C0F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长任务上下文治理：让数小时运行和多 Agent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84CC16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7FAEC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设计一次跨多 Agent 交接，验证目标/权限/证据作为受控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第25讲 · 上下文治理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7FAEC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