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25 长任务上下文治理：让数小时运行和多 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第六篇（Agent 上下文治理篇）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第25讲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核心概念：拓扑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说明的三个关键要点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共享完整上下文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简单但泄漏多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显式 Handoff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受控交接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共享完整上下文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简单但泄漏多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显式 Handoff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受控交接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Artifact 引用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大对象外置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共享完整上下文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简单但泄漏多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显式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受控交接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Artifact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大对象外置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代码落点：dataagent/infra/context +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拓扑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简单但泄漏多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显式 Handoff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受控交接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dataagent/infra/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设计一次跨多 Agent 交接，验证目标/权限/证据作为受控载荷沿执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 长任务上下文治理：让数小时运行和多 Agent 协作不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设计一次跨多 Agent 交接，验证目标/权限/证据作为受控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第25讲 · 第六篇（Agent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