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ec00001b8225321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78d16261a41db8c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3f2242664a501c4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6ffdc5bd570d6a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42534de85fee82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37a453c6b08d10a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76b7d1837b02d4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8f621709fda006a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28f3c12b8dbabaa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be5248fdb97904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68173da9881ce4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a3aba50c1d9c14d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7ecadd0e52066b4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e69c701f0c07aca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efd8ce21433ae9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1cb66eb543c2014.png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9f1d6aa028ee469.png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能解释来源的机制；2) 能对比权限的取舍；3) 能跑通 assembler.py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概念详解：来源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「来源」指每条内容的来源。在企业级语境下，它同时约束接口契约、生命周期与治理边界，而不只是一个名词。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把来源讲透：是什么、不是什么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「来源」指每条内容的来源。在企业级语境下，它同时约束接口契约、生命周期与治理边界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说明维度：每条内容的来源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要点维度：每条内容的来源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「来源」的运行机制分三步：输入契约校验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图：来源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正确姿势：先定义「来源」的契约与不变量，再谈实现；所有旁路都必须被审计。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常见误用：把「来源」当成一次性胶水代码，没有版本、没有度量、没有回滚路径。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契约（概念1 来源）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实现（概念1 来源）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把「来源」落到业务：先小流量灰度验证效果与成本，再逐步放开租户范围。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「来源」典型故障：静默失败—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「来源」的选型以证据与约束为准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「来源」优化一：把人工经验固化为资产（规则/Skill/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「来源」优化二：建立基线对照（关闭/盲选/受控三组）证明增量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概念详解：权限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对「权限」的正确定位是：角色/租户掩码；它是可观测、可治理、可演进的稳定工程对象。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把权限讲透：是什么、不是什么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对「权限」的正确定位是：角色/租户掩码；它是可观测、可治理、可演进的稳定工程对象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说明维度：角色/租户掩码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要点维度：角色/租户掩码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从数据流看「权限」：上游产出受控载荷，经 assembler.py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图：权限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正确姿势：把「权限」的决策依据落成证据（Trace/Eval），而不是凭经验拍板。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常见误用：用相关性绕过「权限」的硬性过滤，短期省事，长期必然越权或漂移。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契约（概念2 权限）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实现（概念2 权限）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「权限」的应用入口在本课程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「权限」典型故障：成本失控—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「权限」的选型以证据与约束为准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「权限」优化一：把人工经验固化为资产（规则/Skill/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「权限」优化二：建立基线对照（关闭/盲选/受控三组）证明增量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概念详解：可信度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「可信度」的本质是trust 等级。理解它的关键是分清模型能做的与系统必须兜底的。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把可信度讲透：是什么、不是什么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「可信度」的本质是trust 等级。理解它的关键是分清模型能做的与系统必须兜底的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说明维度：trust 等级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要点维度：trust 等级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「可信度」的机制核心是解耦：策略与执行分离、状态与过程分离、权限与相关性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图：可信度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正确姿势：为「可信度」设置显式预算与停止条件，宁可慢一点，不可失控。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里验证「可信度」的正常路径，故障注入一跑就现出原形。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契约（概念3 可信度）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实现（概念3 可信度）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上线「可信度」前自检三问：失败会怎样？谁能审计？回滚要多久？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「可信度」典型故障：上下文漂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「可信度」的选型以证据与约束为准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「可信度」优化一：把人工经验固化为资产（规则/Skill/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「可信度」优化二：建立基线对照（关闭/盲选/受控三组）证明增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概念详解：生命周期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把「生命周期」当工程对象看：ttl/有效性。它有明确的输入契约、失败语义与度量口径。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把生命周期讲透：是什么、不是什么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把「生命周期」当工程对象看：ttl/有效性。它有明确的输入契约、失败语义与度量口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说明维度：ttl/有效性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要点维度：ttl/有效性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「生命周期」之所以可靠，是因为它把不确定性关进笼子：预算、超时、重试、审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图：生命周期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正确姿势：先定义「生命周期」的契约与不变量，再谈实现；所有旁路都必须被审计。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常见误用：把「生命周期」当成一次性胶水代码，没有版本、没有度量、没有回滚路径。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契约（概念4 生命周期）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实现（概念4 生命周期）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把「生命周期」落到业务：先小流量灰度验证效果与成本，再逐步放开租户范围。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「生命周期」典型故障：静默失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「生命周期」的选型以证据与约束为准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「生命周期」优化一：把人工经验固化为资产（规则/Skill/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「生命周期」优化二：建立基线对照（关闭/盲选/受控三组）证明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概念详解：版本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「版本」指内容版本。在企业级语境下，它同时约束接口契约、生命周期与治理边界，而不只是一个名词。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把版本讲透：是什么、不是什么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「版本」指内容版本。在企业级语境下，它同时约束接口契约、生命周期与治理边界，而不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说明维度：内容版本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要点维度：内容版本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图：版本 的机制与数据流（flow_v 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正确姿势：把「版本」的决策依据落成证据（Trace/Eval），而不是凭经验拍板。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常见误用：用相关性绕过「版本」的硬性过滤，短期省事，长期必然越权或漂移。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契约（概念5 版本）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实现（概念5 版本）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「版本」典型故障：成本失控—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「版本」的选型以证据与约束为准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核心：来源、权限、可信度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来源的定义与边界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assembler.py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为每个决策步骤定义 must-see / may-see /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第21讲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