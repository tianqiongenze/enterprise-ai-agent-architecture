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21 从 Prompt 拼接到 Context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第六篇（Agent 上下文治理篇）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第21讲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核心概念：元数据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说明的三个关键要点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每条内容的来源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角色/租户掩码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每条内容的来源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角色/租户掩码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可信度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trust 等级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每条内容的来源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角色/租户掩码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可信度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trust 等级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代码落点：dataagent/infra/context/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元数据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每条内容的来源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角色/租户掩码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为每个决策步骤定义 must-see / may-see /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 从 Prompt 拼接到 Context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为每个决策步骤定义 must-see / may-see 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第21讲 · 第六篇（Agent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