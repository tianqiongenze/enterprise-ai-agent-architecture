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4b9fe84ed5c408a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22715bd6534813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能解释来源的机制；2) 能对比权限的取舍；3) 能跑通 assembler.py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核心概念：元数据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说明的三个关键要点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来源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每条内容的来源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权限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角色/租户掩码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来源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每条内容的来源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权限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角色/租户掩码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可信度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trust 等级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来源：每条内容的来源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权限：角色/租户掩码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代码：assembler.py · dataagent/infra/context/assembler.py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元数据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每条内容的来源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权限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角色/租户掩码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assembler.py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为每个决策步骤定义 must-see / may-see /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Prompt 拼接到 Context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为每个决策步骤定义 must-see / may-see /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第21讲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