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f221cfcbd87108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23a200c234a4235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d5dbe295d7d0a5d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70a26daca07bdd3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2631c26c870bc12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cfcab8f19d118ff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0687ce0816c4a32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708480b9d1ec665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ce0b513f7efd2b3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80b2b4cf1ceae59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1c8717831edd0bb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556b4e4a919b527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d11bded1e557533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730ae76028d50ba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企业知识与 Agentic Evidence：围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能解释假设的机制；2) 能对比证据的取舍；3) 能跑通 analytics.py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Evidence：围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概念详解：假设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「假设」指未验证推测。在企业级语境下，它同时约束接口契约、生命周期与治理边界，而不只是一个名词。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把假设讲透：是什么、不是什么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「假设」指未验证推测。在企业级语境下，它同时约束接口契约、生命周期与治理边界，而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说明维度：未验证推测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要点维度：未验证推测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图：假设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正确姿势：先定义「假设」的契约与不变量，再谈实现；所有旁路都必须被审计。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常见误用：把「假设」当成一次性胶水代码，没有版本、没有度量、没有回滚路径。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契约（概念1 假设）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实现（概念1 假设）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把「假设」落到业务：先小流量灰度验证效果与成本，再逐步放开租户范围。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「假设」典型故障：静默失败—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「假设」的选型以证据与约束为准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概念详解：证据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对「证据」的正确定位是：数据/规则；它是可观测、可治理、可演进的稳定工程对象。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把证据讲透：是什么、不是什么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对「证据」的正确定位是：数据/规则；它是可观测、可治理、可演进的稳定工程对象。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说明维度：数据/规则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要点维度：数据/规则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从数据流看「证据」：上游产出受控载荷，经 analytics.py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图：证据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正确姿势：把「证据」的决策依据落成证据（Trace/Eval），而不是凭经验拍板。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常见误用：用相关性绕过「证据」的硬性过滤，短期省事，长期必然越权或漂移。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契约（概念2 证据）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实现（概念2 证据）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「证据」的应用入口在本课程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「证据」典型故障：成本失控—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「证据」的选型以证据与约束为准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「证据」优化一：把人工经验固化为资产（规则/Skill/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「证据」优化二：建立基线对照（关闭/盲选/受控三组）证明增量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概念详解：结论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「结论」的本质是有证据支撑的判断。理解它的关键是分清模型能做的与系统必须兜底的。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把结论讲透：是什么、不是什么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「结论」的本质是有证据支撑的判断。理解它的关键是分清模型能做的与系统必须兜底的。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说明维度：有证据支撑的判断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要点维度：有证据支撑的判断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「结论」的机制核心是解耦：策略与执行分离、状态与过程分离、权限与相关性分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图：结论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正确姿势：为「结论」设置显式预算与停止条件，宁可慢一点，不可失控。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里验证「结论」的正常路径，故障注入一跑就现出原形。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契约（概念3 结论）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实现（概念3 结论）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上线「结论」前自检三问：失败会怎样？谁能审计？回滚要多久？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「结论」典型故障：上下文漂移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「结论」的选型以证据与约束为准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「结论」优化一：把人工经验固化为资产（规则/Skill/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「结论」优化二：建立基线对照（关闭/盲选/受控三组）证明增量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概念详解：Claim-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把「Claim-Evidence」当工程对象看：每条结论可追溯。它有明确的输入契约、失败语义与度量口径。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把Claim-Evidence讲透：是什么、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把「Claim-Evidence」当工程对象看：每条结论可追溯。它有明确的输入契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说明维度：每条结论可追溯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要点维度：每条结论可追溯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「Claim-Evidence」之所以可靠，是因为它把不确定性关进笼子：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图：Claim-Evidence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正确姿势：先定义「Claim-Evidence」的契约与不变量，再谈实现；所有旁路都必须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常见误用：把「Claim-Evidence」当成一次性胶水代码，没有版本、没有度量、没有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契约（概念4 Claim-Evidence）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实现（概念4 Claim-Evidence）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把「Claim-Evidence」落到业务：先小流量灰度验证效果与成本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「Claim-Evidenc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「Claim-Evidence」的选型以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「Claim-Evidence」优化一：把人工经验固化为资产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「Claim-Evidence」优化二：建立基线对照（关闭/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核心：假设、证据、结论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延伸阅读：Context Decision Trace 与上下文故障分类。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假设的定义与边界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analytics.py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常见误用：把「假设」当成一次性胶水代码，没有版本、没有度量、没有回滚路径。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正确姿势：把「假设」的决策依据落成证据（Trace/Eval），而不是凭经验拍板。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常见误用：把「证据」当成一次性胶水代码，没有版本、没有度量、没有回滚路径。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正确姿势：把「证据」的决策依据落成证据（Trace/Eval），而不是凭经验拍板。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常见误用：把「结论」当成一次性胶水代码，没有版本、没有度量、没有回滚路径。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正确姿势：把「结论」的决策依据落成证据（Trace/Eval），而不是凭经验拍板。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反模式对照：Claim-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常见误用：把「Claim-」当成一次性胶水代码，没有版本、没有度量、没有回滚路径。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正确姿势：把「Claim-」的决策依据落成证据（Trace/Eval），而不是凭经验拍板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正确姿势：为「假设」设置显式预算与停止条件，宁可慢一点，不可失控。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「证据」的运行机制分三步：输入契约校验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正确姿势：为「证据」设置显式预算与停止条件，宁可慢一点，不可失控。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「结论」的运行机制分三步：输入契约校验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正确姿势：为「结论」设置显式预算与停止条件，宁可慢一点，不可失控。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考核问答：Claim-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「Claim-」的运行机制分三步：输入契约校验 → 核心转换执行 → 结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正确姿势：为「Claim-」设置显式预算与停止条件，宁可慢一点，不可失控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经营分析中需要假设能力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企业知识与 Agentic Evidence：围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的诊断结论补充证据链与 Claim-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第24讲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