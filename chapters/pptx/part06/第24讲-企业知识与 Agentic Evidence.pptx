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24 企业知识与 Agentic Evidence：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第六篇（Agent 上下文治理篇）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核心概念：层次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说明的三个关键要点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假设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未验证推测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证据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数据/规则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假设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未验证推测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证据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数据/规则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结论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有证据支撑的判断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假设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未验证推测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证据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数据/规则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结论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有证据支撑的判断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代码落点：dataagent/domain/analytics.py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层次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未验证推测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证据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数据/规则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dataagent/domain/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的诊断结论补充证据链与 Claim-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 企业知识与 Agentic Evidence：围绕信息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的诊断结论补充证据链与 Claim-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第24讲 · 第六篇（Agent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