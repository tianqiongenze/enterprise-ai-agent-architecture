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7f1a206d070bdc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3607159a72766fb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4D7C0F"/>
                </a:solidFill>
                <a:latin typeface="Arial"/>
                <a:ea typeface="Microsoft YaHei"/>
                <a:cs typeface="Arial"/>
              </a:rPr>
              <a:t>企业知识与 Agentic Evidence：围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84CC1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第24讲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A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能解释假设的机制；2) 能对比证据的取舍；3)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企业知识与 Agentic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核心概念：层次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说明的三个关键要点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假设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未验证推测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数据/规则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假设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未验证推测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数据/规则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结论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有证据支撑的判断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假设：未验证推测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证据：数据/规则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代码：见讲义与 dataagent/ 仓库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层次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未验证推测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数据/规则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 仓库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 DataAgent 的诊断结论补充证据链与 Claim-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4D7C0F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企业知识与 Agentic Evidence：围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84CC1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7FAE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的诊断结论补充证据链与 Claim-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第24讲 · 上下文治理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AE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