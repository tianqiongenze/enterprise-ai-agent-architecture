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8759cffd5a554d8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aa70a3c09bbf794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f25bf1e50057d1d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8a6f5b95e62b3a3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cb7d022dd1872b9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42d3257439c9656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e87c8e5c138fe16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632ca3fb0fa1a53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8a48418d09a35d7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05a4b570caf20ad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9c18526b100b2f7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ef0cb04748ee456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3b7f49b415e78e9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088294ab6e8d8f4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98884afe727f16d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df3a0a05aa7caf1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95a95ca4574d54d.png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51d7a23c68c7893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71eaf28a65e1bdc.png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c7be91987298582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85facab6da79966.png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0dfbb1b719c61ef.png"/>
</Relationships>
</file>

<file path=ppt/slides/_rels/slide7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从个性化功能到 MemoryOps：证明记忆有用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能解释查看的机制；2) 能对比修正的取舍；3) 能跑通 memory.py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MemoryOps：证明记忆有用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概念详解：查看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「查看」指explain 来源/版本。在企业级语境下，它同时约束接口契约、生命周期与治理边界，而不只是一个名词。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把查看讲透：是什么、不是什么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「查看」指explain 来源/版本。在企业级语境下，它同时约束接口契约、生命周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能力维度：explain 来源/版本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要点维度：explain 来源/版本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「查看」的运行机制分三步：输入契约校验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图：查看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正确姿势：先定义「查看」的契约与不变量，再谈实现；所有旁路都必须被审计。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常见误用：把「查看」当成一次性胶水代码，没有版本、没有度量、没有回滚路径。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契约（概念1 查看）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实现（概念1 查看）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测试（概念1 查看）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把「查看」落到业务：先小流量灰度验证效果与成本，再逐步放开租户范围。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「查看」典型故障：静默失败—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「查看」的选型以证据与约束为准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优化拓展：查看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「查看」优化一：把人工经验固化为资产（规则/Skill/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「查看」优化二：建立基线对照（关闭/盲选/受控三组）证明增量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概念详解：修正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对「修正」的正确定位是：版本升级；它是可观测、可治理、可演进的稳定工程对象。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把修正讲透：是什么、不是什么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对「修正」的正确定位是：版本升级；它是可观测、可治理、可演进的稳定工程对象。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能力维度：版本升级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要点维度：版本升级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从数据流看「修正」：上游产出受控载荷，经 memory.py 中的实现完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图：修正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正确姿势：把「修正」的决策依据落成证据（Trace/Eval），而不是凭经验拍板。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常见误用：用相关性绕过「修正」的硬性过滤，短期省事，长期必然越权或漂移。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契约（概念2 修正）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实现（概念2 修正）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测试（概念2 修正）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「修正」的应用入口在本课程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「修正」典型故障：成本失控—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「修正」的选型以证据与约束为准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优化拓展：修正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「修正」优化一：把人工经验固化为资产（规则/Skill/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「修正」优化二：建立基线对照（关闭/盲选/受控三组）证明增量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概念详解：删除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「删除」的本质是传播到向量索引。理解它的关键是分清模型能做的与系统必须兜底的。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把删除讲透：是什么、不是什么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「删除」的本质是传播到向量索引。理解它的关键是分清模型能做的与系统必须兜底的。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能力维度：传播到向量索引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要点维度：传播到向量索引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「删除」的机制核心是解耦：策略与执行分离、状态与过程分离、权限与相关性分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图：删除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正确姿势：为「删除」设置显式预算与停止条件，宁可慢一点，不可失控。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里验证「删除」的正常路径，故障注入一跑就现出原形。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契约（概念3 删除）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实现（概念3 删除）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测试（概念3 删除）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上线「删除」前自检三问：失败会怎样？谁能审计？回滚要多久？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「删除」典型故障：上下文漂移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「删除」的选型以证据与约束为准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优化拓展：删除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「删除」优化一：把人工经验固化为资产（规则/Skill/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「删除」优化二：建立基线对照（关闭/盲选/受控三组）证明增量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概念详解：防投毒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把「防投毒」当工程对象看：校验+策略。它有明确的输入契约、失败语义与度量口径。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把防投毒讲透：是什么、不是什么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把「防投毒」当工程对象看：校验+策略。它有明确的输入契约、失败语义与度量口径。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能力维度：校验+策略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要点维度：校验+策略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「防投毒」之所以可靠，是因为它把不确定性关进笼子：预算、超时、重试、审计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图：防投毒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正确姿势：先定义「防投毒」的契约与不变量，再谈实现；所有旁路都必须被审计。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常见误用：把「防投毒」当成一次性胶水代码，没有版本、没有度量、没有回滚路径。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契约（概念4 防投毒）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实现（概念4 防投毒）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测试（概念4 防投毒）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把「防投毒」落到业务：先小流量灰度验证效果与成本，再逐步放开租户范围。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「防投毒」典型故障：静默失败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「防投毒」的选型以证据与约束为准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优化拓展：防投毒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「防投毒」优化一：把人工经验固化为资产（规则/Skill/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「防投毒」优化二：建立基线对照（关闭/盲选/受控三组）证明增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概念详解：Eval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「Eval」指写入/召回/污染/泄漏。在企业级语境下，它同时约束接口契约、生命周期与治理边界，而不只是一个名词。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把Eval讲透：是什么、不是什么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「Eval」指写入/召回/污染/泄漏。在企业级语境下，它同时约束接口契约、生命周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能力维度：写入/召回/污染/泄漏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要点维度：写入/召回/污染/泄漏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图：Eval 的机制与数据流（flow_v 视角）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正确姿势：把「Eval」的决策依据落成证据（Trace/Eval），而不是凭经验拍板。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常见误用：用相关性绕过「Eval」的硬性过滤，短期省事，长期必然越权或漂移。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契约（概念5 Eval）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实现（概念5 Eval）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测试（概念5 Eval）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「Eval」典型故障：成本失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「Eval」的选型以证据与约束为准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优化拓展：Eval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核心：查看、修正、删除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延伸阅读：Recall Contract 与记忆使用追踪。</a:t>
              </a:r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80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从个性化功能到 MemoryOps：证明记忆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查看的定义与边界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memory.py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从个性化功能到 MemoryOps：证明记忆有用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3F4FD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设计并运行一次'防投毒'红队测试，证明恶意内容不会污染长期记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第35讲 · Memory 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