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8eb85f54f15d5e2.pn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1934cc460354b3b.pn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3730A3"/>
                </a:solidFill>
                <a:latin typeface="Arial"/>
                <a:ea typeface="Microsoft YaHei"/>
                <a:cs typeface="Arial"/>
              </a:rPr>
              <a:t>从个性化功能到 MemoryOps：证明记忆有用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Memory 治理 · 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6366F1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第35讲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3F4FD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6366F1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能解释查看的机制；2) 能对比修正的取舍；3) 能跑通 DataAgent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从个性化功能到 MemoryOps：证明记忆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核心概念：Ops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能力的三个关键要点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查看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explain 来源/版本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修正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版本升级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查看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explain 来源/版本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修正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版本升级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删除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传播到向量索引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架构与执行链路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一图看懂本讲的机制流转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查看：explain 来源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修正：版本升级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图：本讲核心对象的执行链路（由讲义表格自动生成）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关键代码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可运行实现与讲解一一对应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3F4FD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契约先行：接口→实现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离线可运行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3F4FD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代码：见讲义与 dataagent/ 仓库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关键证据与结论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用证据支撑工程判断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课程第35讲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Memory 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Ops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explain 来源/版本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修正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版本升级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6366F1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3730A3"/>
                  </a:solidFill>
                  <a:latin typeface="Arial"/>
                  <a:ea typeface="Microsoft YaHei"/>
                  <a:cs typeface="Arial"/>
                </a:rPr>
                <a:t>实战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DataAgent 仓库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3730A3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设计并运行一次'防投毒'红队测试，证明恶意内容不会污染长期记忆。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3730A3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3730A3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从个性化功能到 MemoryOps：证明记忆有用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6366F1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3F4FD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设计并运行一次'防投毒'红队测试，证明恶意内容不会污染长期记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第35讲 · Memory 治理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3F4FD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