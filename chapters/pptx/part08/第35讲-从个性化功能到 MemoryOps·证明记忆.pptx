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35 从个性化功能到 MemoryOps：证明记忆有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第八篇（Agent Memory 治理篇） · 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0066CC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第35讲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5F7FA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核心概念：Ops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能力的三个关键要点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02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查看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explain 来源/版本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修正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版本升级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查看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explain 来源/版本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修正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版本升级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删除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传播到向量索引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机制与流程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三步走：理解→实现→验证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查看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explain 来源/版本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修正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版本升级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删除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传播到向量索引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代码落点：dataagent/infra/memory/memory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关键证据与结论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用证据支撑工程判断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Ops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explain 来源/版本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修正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版本升级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实战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dataagent/infra/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设计并运行一次'防投毒'红队测试，证明恶意内容不会污染长期记忆。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35 从个性化功能到 MemoryOps：证明记忆有用、无害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0066CC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5F7FA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设计并运行一次'防投毒'红队测试，证明恶意内容不会污染长期记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第35讲 · 第八篇（Agent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5F7FA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