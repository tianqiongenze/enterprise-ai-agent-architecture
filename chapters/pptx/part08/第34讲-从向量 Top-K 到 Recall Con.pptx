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094c5c23d43a19b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4fd5c9b3f36fc96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d27b75629e0f3e6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dd651e1a0447713.png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70894f79b1edf5e.png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96a1e73323d6689.png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17a5fee6c08350c.png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942eb06f3c1ff4a.png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976e8ed0fc3e70d.png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2c0610e82316f70.png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818aaa3e68d7db9.png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5f55b297b252db9.png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3999cb7ce58399d.png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a6585f6d9c246c9.png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aef8e18f1959372.png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01b697c94e599cc.png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50cd056554f715b.png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8502cd7df2c1f68.png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3730A3"/>
                </a:solidFill>
                <a:latin typeface="Arial"/>
                <a:ea typeface="Microsoft YaHei"/>
                <a:cs typeface="Arial"/>
              </a:rPr>
              <a:t>从向量 Top-K 到 Recall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Memory 治理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6366F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第34讲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3F4FD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3F4FD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3F4FD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D8DCF5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D8DCF5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能解释租户/用户的机制；2) 能对比时效/状态的取舍；3) 能跑通 memory.py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从向量 Top-K 到 Recall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概念详解：租户/用户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「租户/用户」指防止泄漏。在企业级语境下，它同时约束接口契约、生命周期与治理边界，而不只是一个名词。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从向量 Top-K 到 Recall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定义与内涵：租户/用户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把租户/用户讲透：是什么、不是什么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「租户/用户」指防止泄漏。在企业级语境下，它同时约束接口契约、生命周期与治理边界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说明维度：防止泄漏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要点维度：防止泄漏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记忆要有选择地记住、正确地回忆：权威数据永不进 Memory。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机制图解：租户/用户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「租户/用户」的运行机制分三步：输入契约校验 → 核心转换执行 → 结果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图：租户/用户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深入原理：租户/用户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正确姿势：先定义「租户/用户」的契约与不变量，再谈实现；所有旁路都必须被审计。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常见误用：把「租户/用户」当成一次性胶水代码，没有版本、没有度量、没有回滚路径。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治理视角：写入策略、租户隔离、失效传播三闭环。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代码契约：租户/用户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契约（概念1 租户/用户）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代码实现：租户/用户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实现（概念1 租户/用户）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代码测试：租户/用户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代码：test_memory.py · 测试（概念1 租户/用户）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应用实践：租户/用户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把「租户/用户」落到业务：先小流量灰度验证效果与成本，再逐步放开租户范围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案例视角：恶意指标口径注入与删除传播的红队实测。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陷阱与排查：租户/用户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「租户/用户」典型故障：静默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工程决策：租户/用户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「租户/用户」的选型以证据与约束为准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生产化：租户/用户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企业治理：租户/用户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优化拓展：租户/用户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「租户/用户」优化一：把人工经验固化为资产（规则/Skill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「租户/用户」优化二：建立基线对照（关闭/盲选/受控三组）证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概念详解：时效/状态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对「时效/状态」的正确定位是：过期失效；它是可观测、可治理、可演进的稳定工程对象。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从向量 Top-K 到 Recall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定义与内涵：时效/状态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把时效/状态讲透：是什么、不是什么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对「时效/状态」的正确定位是：过期失效；它是可观测、可治理、可演进的稳定工程对象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说明维度：过期失效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要点维度：过期失效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记忆要有选择地记住、正确地回忆：权威数据永不进 Memory。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机制图解：时效/状态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从数据流看「时效/状态」：上游产出受控载荷，经 memory.py 中的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图：时效/状态 的机制与数据流（cycle 视角）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深入原理：时效/状态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正确姿势：把「时效/状态」的决策依据落成证据（Trace/Eval），而不是凭经验拍板。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常见误用：用相关性绕过「时效/状态」的硬性过滤，短期省事，长期必然越权或漂移。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治理视角：写入策略、租户隔离、失效传播三闭环。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代码契约：时效/状态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契约（概念2 时效/状态）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代码实现：时效/状态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实现（概念2 时效/状态）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代码测试：时效/状态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代码：test_memory.py · 测试（概念2 时效/状态）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应用实践：时效/状态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「时效/状态」的应用入口在本课程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案例视角：恶意指标口径注入与删除传播的红队实测。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陷阱与排查：时效/状态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「时效/状态」典型故障：成本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工程决策：时效/状态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「时效/状态」的选型以证据与约束为准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生产化：时效/状态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企业治理：时效/状态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优化拓展：时效/状态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「时效/状态」优化一：把人工经验固化为资产（规则/Skill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「时效/状态」优化二：建立基线对照（关闭/盲选/受控三组）证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概念详解：角色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「角色」的本质是最小注入。理解它的关键是分清模型能做的与系统必须兜底的。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从向量 Top-K 到 Recall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定义与内涵：角色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把角色讲透：是什么、不是什么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「角色」的本质是最小注入。理解它的关键是分清模型能做的与系统必须兜底的。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说明维度：最小注入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要点维度：最小注入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记忆要有选择地记住、正确地回忆：权威数据永不进 Memory。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机制图解：角色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「角色」的机制核心是解耦：策略与执行分离、状态与过程分离、权限与相关性分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图：角色 的机制与数据流（layers 视角）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深入原理：角色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正确姿势：为「角色」设置显式预算与停止条件，宁可慢一点，不可失控。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里验证「角色」的正常路径，故障注入一跑就现出原形。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治理视角：写入策略、租户隔离、失效传播三闭环。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代码契约：角色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契约（概念3 角色）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代码实现：角色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实现（概念3 角色）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代码测试：角色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代码：test_memory.py · 测试（概念3 角色）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应用实践：角色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上线「角色」前自检三问：失败会怎样？谁能审计？回滚要多久？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案例视角：恶意指标口径注入与删除传播的红队实测。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陷阱与排查：角色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「角色」典型故障：上下文漂移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工程决策：角色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「角色」的选型以证据与约束为准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生产化：角色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企业治理：角色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优化拓展：角色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「角色」优化一：把人工经验固化为资产（规则/Skill/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「角色」优化二：建立基线对照（关闭/盲选/受控三组）证明增量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概念详解：排序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把「排序」当工程对象看：多因子。它有明确的输入契约、失败语义与度量口径。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从向量 Top-K 到 Recall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定义与内涵：排序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把排序讲透：是什么、不是什么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把「排序」当工程对象看：多因子。它有明确的输入契约、失败语义与度量口径。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说明维度：多因子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要点维度：多因子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记忆要有选择地记住、正确地回忆：权威数据永不进 Memory。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机制图解：排序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「排序」之所以可靠，是因为它把不确定性关进笼子：预算、超时、重试、审计四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图：排序 的机制与数据流（hub 视角）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深入原理：排序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正确姿势：先定义「排序」的契约与不变量，再谈实现；所有旁路都必须被审计。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常见误用：把「排序」当成一次性胶水代码，没有版本、没有度量、没有回滚路径。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治理视角：写入策略、租户隔离、失效传播三闭环。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代码契约：排序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契约（概念4 排序）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代码实现：排序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实现（概念4 排序）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代码测试：排序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代码：test_memory.py · 测试（概念4 排序）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应用实践：排序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把「排序」落到业务：先小流量灰度验证效果与成本，再逐步放开租户范围。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案例视角：恶意指标口径注入与删除传播的红队实测。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陷阱与排查：排序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「排序」典型故障：静默失败—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工程决策：排序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「排序」的选型以证据与约束为准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生产化：排序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企业治理：排序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优化拓展：排序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「排序」优化一：把人工经验固化为资产（规则/Skill/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「排序」优化二：建立基线对照（关闭/盲选/受控三组）证明增量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核心：租户/用户、时效/状态、角色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从向量 Top-K 到 Recall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案例视角：恶意指标口径注入与删除传播的红队实测。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从向量 Top-K 到 Recall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延伸阅读：Recall Contract 与记忆使用追踪。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从向量 Top-K 到 Recall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从向量 Top-K 到 Recall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租户/用户的定义与边界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记忆要有选择地记住、正确地回忆：权威数据永不进 Memory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memory.py 对应用例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3730A3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从向量 Top-K 到 Recall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6366F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3F4FD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实现一次跨租户召回攻击并验证被 Recall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第34讲 · Memory 治理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3F4FD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69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