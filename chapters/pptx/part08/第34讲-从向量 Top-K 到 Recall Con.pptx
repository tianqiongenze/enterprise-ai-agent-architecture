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f58284e9317ddd3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1b96247c0bce263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3730A3"/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Memory 治理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6366F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第34讲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3F4FD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能解释租户/用户的机制；2) 能对比时效/状态的取舍；3)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核心概念：过滤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说明的三个关键要点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租户/用户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防止泄漏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时效/状态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过期失效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租户/用户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防止泄漏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时效/状态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过期失效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角色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最小注入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租户/用户：防止泄漏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时效/状态：过期失效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代码：见讲义与 dataagent/ 仓库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过滤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防止泄漏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时效/状态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过期失效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 仓库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实现一次跨租户召回攻击并验证被 Recall Contract 拦截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3730A3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从向量 Top-K 到 Recall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6366F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3F4FD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实现一次跨租户召回攻击并验证被 Recall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第34讲 · Memory 治理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3F4FD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