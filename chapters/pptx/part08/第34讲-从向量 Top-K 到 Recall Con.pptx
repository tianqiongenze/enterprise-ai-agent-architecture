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34 从向量 Top-K 到 Recall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第八篇（Agent Memory 治理篇）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第34讲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说明的三个关键要点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租户/用户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防止泄漏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时效/状态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过期失效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租户/用户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防止泄漏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时效/状态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过期失效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最小注入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租户/用户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防止泄漏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时效/状态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过期失效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最小注入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代码落点：dataagent/infra/memory/memory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课程第34讲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过滤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防止泄漏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时效/状态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过期失效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实现一次跨租户召回攻击并验证被 Recall Contract 拦截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 从向量 Top-K 到 Recall Contract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实现一次跨租户召回攻击并验证被 Recall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第34讲 · 第八篇（Agent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