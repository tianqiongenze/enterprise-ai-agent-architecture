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33 从 Run 事件到可信记忆：构建可审计、可幂等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第八篇（Agent Memory 治理篇）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第33讲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核心概念：步骤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作用的三个关键要点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提取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 Run 事件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标准化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schema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提取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从 Run 事件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标准化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统一 schema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校验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拒绝脏数据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提取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 Run 事件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标准化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schema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校验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拒绝脏数据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代码落点：dataagent/infra/memory/memory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步骤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 Run 事件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标准化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schema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dataagent/infra/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为 DataAgent 实现一次'写入同 key 记忆'的版本升级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 从 Run 事件到可信记忆：构建可审计、可幂等的写入链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实现一次'写入同 key 记忆'的版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第33讲 · 第八篇（Agent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