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d96220d9defd788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91343dae05a1a35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92232ef28cd7da8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7d364565f9156ef.pn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f505732d98a2c54.pn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01c9ccfbb0ab17e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511d29e5fbe8cef.pn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15011fe78b4ff17.pn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94eb5675399c9ec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6b2cb0525a81d57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ff03b529fe2ee49.png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2e143177a50fffa.pn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b75acef48038f5b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343e14fa2af57d0.png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b4f25bc26855d81.png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1aa97acee548096.png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8562491f7398041.png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ad868954a795169.png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cdb42f74789713d.png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33f5931ed0ed8a.png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bb7b277782288c1.png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26ac7f17f6591b0.png"/>
</Relationships>
</file>

<file path=ppt/slides/_rels/slide6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3730A3"/>
                </a:solidFill>
                <a:latin typeface="Arial"/>
                <a:ea typeface="Microsoft YaHei"/>
                <a:cs typeface="Arial"/>
              </a:rPr>
              <a:t>从 Run 事件到可信记忆：构建可审计、可幂等的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Memory 治理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6366F1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第33讲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3F4F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3F4FD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3F4FD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D8DCF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D8DCF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能解释提取的机制；2) 能对比标准化的取舍；3) 能跑通 memory.py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Run 事件到可信记忆：构建可审计、可幂等的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概念详解：提取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「提取」指从 Run 事件。在企业级语境下，它同时约束接口契约、生命周期与治理边界，而不只是一个名词。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Run 事件到可信记忆：构建可审计、可幂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定义与内涵：提取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把提取讲透：是什么、不是什么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「提取」指从 Run 事件。在企业级语境下，它同时约束接口契约、生命周期与治理边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作用维度：从 Run 事件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要点维度：从 Run 事件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记忆要有选择地记住、正确地回忆：权威数据永不进 Memory。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机制图解：提取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「提取」的运行机制分三步：输入契约校验 → 核心转换执行 → 结果验证与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图：提取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深入原理：提取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正确姿势：先定义「提取」的契约与不变量，再谈实现；所有旁路都必须被审计。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常见误用：把「提取」当成一次性胶水代码，没有版本、没有度量、没有回滚路径。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治理视角：写入策略、租户隔离、失效传播三闭环。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代码契约：提取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代码：memory.py · 契约（概念1 提取）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代码实现：提取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代码：memory.py · 实现（概念1 提取）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代码测试：提取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代码：test_memory.py · 测试（概念1 提取）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应用实践：提取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把「提取」落到业务：先小流量灰度验证效果与成本，再逐步放开租户范围。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案例视角：恶意指标口径注入与删除传播的红队实测。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陷阱与排查：提取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「提取」典型故障：静默失败—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工程决策：提取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「提取」的选型以证据与约束为准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优化拓展：提取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「提取」优化一：把人工经验固化为资产（规则/Skill/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「提取」优化二：建立基线对照（关闭/盲选/受控三组）证明增量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概念详解：标准化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对「标准化」的正确定位是：统一 schema；它是可观测、可治理、可演进的稳定工程对象。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Run 事件到可信记忆：构建可审计、可幂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定义与内涵：标准化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把标准化讲透：是什么、不是什么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对「标准化」的正确定位是：统一 schema；它是可观测、可治理、可演进的稳定工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作用维度：统一 schema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要点维度：统一 schema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记忆要有选择地记住、正确地回忆：权威数据永不进 Memory。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机制图解：标准化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从数据流看「标准化」：上游产出受控载荷，经 memory.py 中的实现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图：标准化 的机制与数据流（cycle 视角）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深入原理：标准化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正确姿势：把「标准化」的决策依据落成证据（Trace/Eval），而不是凭经验拍板。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常见误用：用相关性绕过「标准化」的硬性过滤，短期省事，长期必然越权或漂移。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治理视角：写入策略、租户隔离、失效传播三闭环。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代码契约：标准化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代码：memory.py · 契约（概念2 标准化）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代码实现：标准化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代码：memory.py · 实现（概念2 标准化）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代码测试：标准化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代码：test_memory.py · 测试（概念2 标准化）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应用实践：标准化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「标准化」的应用入口在本课程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案例视角：恶意指标口径注入与删除传播的红队实测。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陷阱与排查：标准化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「标准化」典型故障：成本失控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工程决策：标准化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「标准化」的选型以证据与约束为准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优化拓展：标准化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「标准化」优化一：把人工经验固化为资产（规则/Skill/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「标准化」优化二：建立基线对照（关闭/盲选/受控三组）证明增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概念详解：校验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「校验」的本质是拒绝脏数据。理解它的关键是分清模型能做的与系统必须兜底的。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Run 事件到可信记忆：构建可审计、可幂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定义与内涵：校验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把校验讲透：是什么、不是什么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「校验」的本质是拒绝脏数据。理解它的关键是分清模型能做的与系统必须兜底的。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作用维度：拒绝脏数据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要点维度：拒绝脏数据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记忆要有选择地记住、正确地回忆：权威数据永不进 Memory。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机制图解：校验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「校验」的机制核心是解耦：策略与执行分离、状态与过程分离、权限与相关性分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图：校验 的机制与数据流（layers 视角）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深入原理：校验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正确姿势：为「校验」设置显式预算与停止条件，宁可慢一点，不可失控。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里验证「校验」的正常路径，故障注入一跑就现出原形。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治理视角：写入策略、租户隔离、失效传播三闭环。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代码契约：校验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代码：memory.py · 契约（概念3 校验）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代码实现：校验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代码：memory.py · 实现（概念3 校验）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代码测试：校验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代码：test_memory.py · 测试（概念3 校验）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应用实践：校验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上线「校验」前自检三问：失败会怎样？谁能审计？回滚要多久？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案例视角：恶意指标口径注入与删除传播的红队实测。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陷阱与排查：校验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「校验」典型故障：上下文漂移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工程决策：校验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「校验」的选型以证据与约束为准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优化拓展：校验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「校验」优化一：把人工经验固化为资产（规则/Skill/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「校验」优化二：建立基线对照（关闭/盲选/受控三组）证明增量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概念详解：策略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把「策略」当工程对象看：allowed/confirm/denied。它有明确的输入契约、失败语义与度量口径。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Run 事件到可信记忆：构建可审计、可幂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把策略讲透：是什么、不是什么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把「策略」当工程对象看：allowed/confirm/denied。它有明确的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作用维度：allowed/confirm/denied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要点维度：allowed/confirm/denied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记忆要有选择地记住、正确地回忆：权威数据永不进 Memory。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「策略」之所以可靠，是因为它把不确定性关进笼子：预算、超时、重试、审计四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图：策略 的机制与数据流（hub 视角）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正确姿势：先定义「策略」的契约与不变量，再谈实现；所有旁路都必须被审计。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常见误用：把「策略」当成一次性胶水代码，没有版本、没有度量、没有回滚路径。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治理视角：写入策略、租户隔离、失效传播三闭环。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代码：memory.py · 契约（概念4 策略）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代码：memory.py · 实现（概念4 策略）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代码：test_memory.py · 测试（概念4 策略）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把「策略」落到业务：先小流量灰度验证效果与成本，再逐步放开租户范围。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案例视角：恶意指标口径注入与删除传播的红队实测。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「策略」典型故障：静默失败—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「策略」的选型以证据与约束为准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「策略」优化一：把人工经验固化为资产（规则/Skill/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「策略」优化二：建立基线对照（关闭/盲选/受控三组）证明增量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概念详解：提交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「提交」指幂等写入。在企业级语境下，它同时约束接口契约、生命周期与治理边界，而不只是一个名词。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Run 事件到可信记忆：构建可审计、可幂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定义与内涵：提交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把提交讲透：是什么、不是什么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「提交」指幂等写入。在企业级语境下，它同时约束接口契约、生命周期与治理边界，而不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作用维度：幂等写入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要点维度：幂等写入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记忆要有选择地记住、正确地回忆：权威数据永不进 Memory。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机制图解：提交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「提交」的运行机制分三步：输入契约校验 → 核心转换执行 → 结果验证与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图：提交 的机制与数据流（flow_v 视角）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深入原理：提交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正确姿势：把「提交」的决策依据落成证据（Trace/Eval），而不是凭经验拍板。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常见误用：用相关性绕过「提交」的硬性过滤，短期省事，长期必然越权或漂移。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治理视角：写入策略、租户隔离、失效传播三闭环。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代码契约：提交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代码：memory.py · 契约（概念5 提交）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代码实现：提交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代码：memory.py · 实现（概念5 提交）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代码测试：提交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文件：test_memory.py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代码：test_memory.py · 测试（概念5 提交）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应用实践：提交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「提交」的应用入口在本课程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案例视角：恶意指标口径注入与删除传播的红队实测。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陷阱与排查：提交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「提交」典型故障：成本失控—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工程决策：提交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「提交」的选型以证据与约束为准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优化拓展：提交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「提交」优化一：把人工经验固化为资产（规则/Skill/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「提交」优化二：建立基线对照（关闭/盲选/受控三组）证明增量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核心：提取、标准化、校验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Run 事件到可信记忆：构建可审计、可幂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案例视角：恶意指标口径注入与删除传播的红队实测。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Run 事件到可信记忆：构建可审计、可幂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延伸阅读：Recall Contract 与记忆使用追踪。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Run 事件到可信记忆：构建可审计、可幂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Run 事件到可信记忆：构建可审计、可幂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提取的定义与边界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记忆要有选择地记住、正确地回忆：权威数据永不进 Memory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memory.py 对应用例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3730A3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从 Run 事件到可信记忆：构建可审计、可幂等的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6366F1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3F4F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为 DataAgent 实现一次'写入同 key 记忆'的版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第33讲 · Memory 治理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3F4F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