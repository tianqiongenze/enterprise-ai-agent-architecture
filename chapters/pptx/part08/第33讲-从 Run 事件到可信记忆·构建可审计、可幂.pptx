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af342876dacba40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7a97487ee181799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 Run 事件到可信记忆：构建可审计、可幂等的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能解释提取的机制；2) 能对比标准化的取舍；3)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提取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 Run 事件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schema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提取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从 Run 事件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统一 schema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校验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拒绝脏数据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提取：从 Run 事件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标准化：统一 schema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步骤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 Run 事件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schema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实现一次'写入同 key 记忆'的版本升级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Run 事件到可信记忆：构建可审计、可幂等的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实现一次'写入同 key 记忆'的版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第33讲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