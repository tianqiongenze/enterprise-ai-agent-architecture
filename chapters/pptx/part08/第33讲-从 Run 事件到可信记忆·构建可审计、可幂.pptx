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d96220d9defd788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91343dae05a1a35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92232ef28cd7da8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7d364565f9156ef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f505732d98a2c54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01c9ccfbb0ab17e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511d29e5fbe8cef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15011fe78b4ff17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94eb5675399c9ec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6b2cb0525a81d57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ff03b529fe2ee49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2e143177a50fffa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b75acef48038f5b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343e14fa2af57d0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4f25bc26855d81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1aa97acee548096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8562491f7398041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ad868954a795169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cdb42f74789713d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033f5931ed0ed8a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bb7b277782288c1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26ac7f17f6591b0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 Run 事件到可信记忆：构建可审计、可幂等的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能解释提取的机制；2) 能对比标准化的取舍；3) 能跑通 memory.py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事件到可信记忆：构建可审计、可幂等的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概念详解：提取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「提取」指从 Run 事件。在企业级语境下，它同时约束接口契约、生命周期与治理边界，而不只是一个名词。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把提取讲透：是什么、不是什么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「提取」指从 Run 事件。在企业级语境下，它同时约束接口契约、生命周期与治理边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作用维度：从 Run 事件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要点维度：从 Run 事件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「提取」的运行机制分三步：输入契约校验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图：提取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正确姿势：先定义「提取」的契约与不变量，再谈实现；所有旁路都必须被审计。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常见误用：把「提取」当成一次性胶水代码，没有版本、没有度量、没有回滚路径。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契约（概念1 提取）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实现（概念1 提取）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测试（概念1 提取）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把「提取」落到业务：先小流量灰度验证效果与成本，再逐步放开租户范围。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「提取」典型故障：静默失败—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「提取」的选型以证据与约束为准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优化拓展：提取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「提取」优化一：把人工经验固化为资产（规则/Skill/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「提取」优化二：建立基线对照（关闭/盲选/受控三组）证明增量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概念详解：标准化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对「标准化」的正确定位是：统一 schema；它是可观测、可治理、可演进的稳定工程对象。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把标准化讲透：是什么、不是什么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对「标准化」的正确定位是：统一 schema；它是可观测、可治理、可演进的稳定工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作用维度：统一 schema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要点维度：统一 schema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从数据流看「标准化」：上游产出受控载荷，经 memory.py 中的实现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图：标准化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正确姿势：把「标准化」的决策依据落成证据（Trace/Eval），而不是凭经验拍板。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常见误用：用相关性绕过「标准化」的硬性过滤，短期省事，长期必然越权或漂移。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契约（概念2 标准化）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实现（概念2 标准化）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测试（概念2 标准化）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「标准化」的应用入口在本课程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「标准化」典型故障：成本失控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「标准化」的选型以证据与约束为准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优化拓展：标准化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「标准化」优化一：把人工经验固化为资产（规则/Skill/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「标准化」优化二：建立基线对照（关闭/盲选/受控三组）证明增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概念详解：校验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「校验」的本质是拒绝脏数据。理解它的关键是分清模型能做的与系统必须兜底的。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把校验讲透：是什么、不是什么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「校验」的本质是拒绝脏数据。理解它的关键是分清模型能做的与系统必须兜底的。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作用维度：拒绝脏数据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要点维度：拒绝脏数据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图：校验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正确姿势：为「校验」设置显式预算与停止条件，宁可慢一点，不可失控。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里验证「校验」的正常路径，故障注入一跑就现出原形。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契约（概念3 校验）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实现（概念3 校验）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测试（概念3 校验）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上线「校验」前自检三问：失败会怎样？谁能审计？回滚要多久？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「校验」典型故障：上下文漂移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「校验」的选型以证据与约束为准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优化拓展：校验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「校验」优化二：建立基线对照（关闭/盲选/受控三组）证明增量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概念详解：策略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把「策略」当工程对象看：allowed/confirm/denied。它有明确的输入契约、失败语义与度量口径。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把策略讲透：是什么、不是什么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把「策略」当工程对象看：allowed/confirm/denied。它有明确的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作用维度：allowed/confirm/denied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要点维度：allowed/confirm/denied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「策略」之所以可靠，是因为它把不确定性关进笼子：预算、超时、重试、审计四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图：策略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正确姿势：先定义「策略」的契约与不变量，再谈实现；所有旁路都必须被审计。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常见误用：把「策略」当成一次性胶水代码，没有版本、没有度量、没有回滚路径。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契约（概念4 策略）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实现（概念4 策略）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测试（概念4 策略）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把「策略」落到业务：先小流量灰度验证效果与成本，再逐步放开租户范围。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「策略」典型故障：静默失败—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「策略」的选型以证据与约束为准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「策略」优化一：把人工经验固化为资产（规则/Skill/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「策略」优化二：建立基线对照（关闭/盲选/受控三组）证明增量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概念详解：提交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「提交」指幂等写入。在企业级语境下，它同时约束接口契约、生命周期与治理边界，而不只是一个名词。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把提交讲透：是什么、不是什么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「提交」指幂等写入。在企业级语境下，它同时约束接口契约、生命周期与治理边界，而不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作用维度：幂等写入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要点维度：幂等写入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「提交」的运行机制分三步：输入契约校验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图：提交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正确姿势：把「提交」的决策依据落成证据（Trace/Eval），而不是凭经验拍板。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常见误用：用相关性绕过「提交」的硬性过滤，短期省事，长期必然越权或漂移。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契约（概念5 提交）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实现（概念5 提交）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测试（概念5 提交）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「提交」的应用入口在本课程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「提交」典型故障：成本失控—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「提交」的选型以证据与约束为准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优化拓展：提交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「提交」优化一：把人工经验固化为资产（规则/Skill/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「提交」优化二：建立基线对照（关闭/盲选/受控三组）证明增量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核心：提取、标准化、校验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延伸阅读：Recall Contract 与记忆使用追踪。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Run 事件到可信记忆：构建可审计、可幂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提取的定义与边界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memory.py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Run 事件到可信记忆：构建可审计、可幂等的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实现一次'写入同 key 记忆'的版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第33讲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