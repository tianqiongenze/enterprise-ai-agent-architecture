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0e3ba2a66270682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504bb62d13ffb79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从聊天记录到记忆契约：确定 DataAgent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第32讲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能解释用户偏好的机制；2) 能对比历史任务引用的取舍；3) 能跑通 memory.py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从聊天记录到记忆契约：确定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核心概念：信息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是否入 Memory的三个关键要点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用户偏好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历史任务引用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用户偏好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历史任务引用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指标口径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否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用户偏好：是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历史任务引用：是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代码：memory.py · dataagent/infra/memory/memory.py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信息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历史任务引用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memory.py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列出三个'看似有用但不应写入 Memory'的信息，并给出理由。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从聊天记录到记忆契约：确定 DataAgent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3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列出三个'看似有用但不应写入 Memory'的信息，并给出理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第32讲 · Memory 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