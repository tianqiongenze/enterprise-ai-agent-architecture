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32 从聊天记录到记忆契约：确定 DataAgent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第八篇（Agent Memory 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核心概念：信息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是否入 Memory的三个关键要点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用户偏好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历史任务引用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用户偏好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历史任务引用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指标口径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否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用户偏好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历史任务引用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指标口径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否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代码落点：dataagent/infra/memory/memory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信息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历史任务引用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列出三个'看似有用但不应写入 Memory'的信息，并给出理由。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 从聊天记录到记忆契约：确定 DataAgent 该记什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列出三个'看似有用但不应写入 Memory'的信息，并给出理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 · 第八篇（Agent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