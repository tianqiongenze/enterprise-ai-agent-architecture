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88aac449701f02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f97e6453c07b2d2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e23c1ad49b20ea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93a46b3f8e41da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d6048c36eb3b92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e0a033533293abf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94f794a54a426e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c81c706fd21d56d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c5ecd94dbd0eb6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9ef6b66b588971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49e38547437661f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af172576c0255f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916a609fa3db43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b3e1d4f03a8f89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f77e6ec681faa90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d979ffe71085211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22e70af88a2f9f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3cedbad4bd37f53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2a05f6030c596a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760371473bb3ad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00e49f7d75cd06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42509e1c3abd6d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能解释用户偏好的机制；2) 能对比历史任务引用的取舍；3)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概念详解：用户偏好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「用户偏好」指是。在企业级语境下，它同时约束接口契约、生命周期与治理边界，而不只是一个名词。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把用户偏好讲透：是什么、不是什么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「用户偏好」指是。在企业级语境下，它同时约束接口契约、生命周期与治理边界，而不只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理由维度：跨任务复用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图：用户偏好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正确姿势：先定义「用户偏好」的契约与不变量，再谈实现；所有旁路都必须被审计。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常见误用：把「用户偏好」当成一次性胶水代码，没有版本、没有度量、没有回滚路径。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用户偏好）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用户偏好）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用户偏好）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把「用户偏好」落到业务：先小流量灰度验证效果与成本，再逐步放开租户范围。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「用户偏好」典型故障：静默失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「用户偏好」的选型以证据与约束为准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概念详解：历史任务引用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对「历史任务引用」的正确定位是：是；它是可观测、可治理、可演进的稳定工程对象。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把历史任务引用讲透：是什么、不是什么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对「历史任务引用」的正确定位是：是；它是可观测、可治理、可演进的稳定工程对象。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理由维度：参考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从数据流看「历史任务引用」：上游产出受控载荷，经 memory.py 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图：历史任务引用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正确姿势：把「历史任务引用」的决策依据落成证据（Trace/Eval），而不是凭经验拍板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常见误用：用相关性绕过「历史任务引用」的硬性过滤，短期省事，长期必然越权或漂移。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历史任务引用）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历史任务引用）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历史任务引用）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「历史任务引用」典型故障：成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「历史任务引用」的选型以证据与约束为准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概念详解：指标口径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「指标口径」的本质是否。理解它的关键是分清模型能做的与系统必须兜底的。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把指标口径讲透：是什么、不是什么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「指标口径」的本质是否。理解它的关键是分清模型能做的与系统必须兜底的。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理由维度：权威数据源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图：指标口径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正确姿势：为「指标口径」设置显式预算与停止条件，宁可慢一点，不可失控。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里验证「指标口径」的正常路径，故障注入一跑就现出原形。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指标口径）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指标口径）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指标口径）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上线「指标口径」前自检三问：失败会怎样？谁能审计？回滚要多久？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「指标口径」典型故障：上下文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「指标口径」的选型以证据与约束为准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概念详解：实时经营数据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把「实时经营数据」当工程对象看：否。它有明确的输入契约、失败语义与度量口径。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把实时经营数据讲透：是什么、不是什么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把「实时经营数据」当工程对象看：否。它有明确的输入契约、失败语义与度量口径。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理由维度：应实时查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图：实时经营数据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正确姿势：先定义「实时经营数据」的契约与不变量，再谈实现；所有旁路都必须被审计。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常见误用：把「实时经营数据」当成一次性胶水代码，没有版本、没有度量、没有回滚路径。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实时经营数据）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实时经营数据）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实时经营数据）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把「实时经营数据」落到业务：先小流量灰度验证效果与成本，再逐步放开租户范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「实时经营数据」典型故障：静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「实时经营数据」的选型以证据与约束为准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概念详解：临时结论/推测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「临时结论/推测」指否。在企业级语境下，它同时约束接口契约、生命周期与治理边界，而不只是一个名词。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把临时结论/推测讲透：是什么、不是什么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「临时结论/推测」指否。在企业级语境下，它同时约束接口契约、生命周期与治理边界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理由维度：不可信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图：临时结论/推测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正确姿势：把「临时结论/推测」的决策依据落成证据（Trace/Eval），而不是凭经验拍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常见误用：用相关性绕过「临时结论/推测」的硬性过滤，短期省事，长期必然越权或漂移。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契约（概念5 临时结论/推测）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实现（概念5 临时结论/推测）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测试（概念5 临时结论/推测）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「临时结论/推测」典型故障：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「临时结论/推测」的选型以证据与约束为准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核心：用户偏好、历史任务引用、指标口径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用户偏好的定义与边界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列出三个'看似有用但不应写入 Memory'的信息，并给出理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