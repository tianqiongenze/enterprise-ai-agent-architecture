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088aac449701f02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f97e6453c07b2d2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be23c1ad49b20ea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593a46b3f8e41da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8d6048c36eb3b92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e0a033533293abf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594f794a54a426e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c81c706fd21d56d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8c5ecd94dbd0eb6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d9ef6b66b588971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49e38547437661f.png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9af172576c0255f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916a609fa3db43d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1b3e1d4f03a8f89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f77e6ec681faa90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d979ffe71085211.png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c22e70af88a2f9f.png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3cedbad4bd37f53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22a05f6030c596a.png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e760371473bb3ad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400e49f7d75cd06.png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842509e1c3abd6d.png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从聊天记录到记忆契约：确定 DataAgent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3F4FD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D8DCF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能解释用户偏好的机制；2) 能对比历史任务引用的取舍；3) 能跑通 memory.py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 DataAgent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概念详解：用户偏好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「用户偏好」指是。在企业级语境下，它同时约束接口契约、生命周期与治理边界，而不只是一个名词。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把用户偏好讲透：是什么、不是什么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「用户偏好」指是。在企业级语境下，它同时约束接口契约、生命周期与治理边界，而不只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理由维度：跨任务复用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「用户偏好」的运行机制分三步：输入契约校验 → 核心转换执行 → 结果验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图：用户偏好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正确姿势：先定义「用户偏好」的契约与不变量，再谈实现；所有旁路都必须被审计。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常见误用：把「用户偏好」当成一次性胶水代码，没有版本、没有度量、没有回滚路径。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契约（概念1 用户偏好）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实现（概念1 用户偏好）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测试（概念1 用户偏好）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把「用户偏好」落到业务：先小流量灰度验证效果与成本，再逐步放开租户范围。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「用户偏好」典型故障：静默失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「用户偏好」的选型以证据与约束为准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优化拓展：用户偏好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「用户偏好」优化一：把人工经验固化为资产（规则/Skill/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「用户偏好」优化二：建立基线对照（关闭/盲选/受控三组）证明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概念详解：历史任务引用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对「历史任务引用」的正确定位是：是；它是可观测、可治理、可演进的稳定工程对象。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把历史任务引用讲透：是什么、不是什么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对「历史任务引用」的正确定位是：是；它是可观测、可治理、可演进的稳定工程对象。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是否入维度：是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理由维度：参考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从数据流看「历史任务引用」：上游产出受控载荷，经 memory.py 中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图：历史任务引用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正确姿势：把「历史任务引用」的决策依据落成证据（Trace/Eval），而不是凭经验拍板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常见误用：用相关性绕过「历史任务引用」的硬性过滤，短期省事，长期必然越权或漂移。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契约（概念2 历史任务引用）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实现（概念2 历史任务引用）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测试（概念2 历史任务引用）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「历史任务引用」的应用入口在本课程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「历史任务引用」典型故障：成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「历史任务引用」的选型以证据与约束为准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优化拓展：历史任务引用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「历史任务引用」优化一：把人工经验固化为资产（规则/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「历史任务引用」优化二：建立基线对照（关闭/盲选/受控三组）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概念详解：指标口径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「指标口径」的本质是否。理解它的关键是分清模型能做的与系统必须兜底的。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把指标口径讲透：是什么、不是什么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「指标口径」的本质是否。理解它的关键是分清模型能做的与系统必须兜底的。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是否入维度：否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理由维度：权威数据源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「指标口径」的机制核心是解耦：策略与执行分离、状态与过程分离、权限与相关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图：指标口径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正确姿势：为「指标口径」设置显式预算与停止条件，宁可慢一点，不可失控。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里验证「指标口径」的正常路径，故障注入一跑就现出原形。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契约（概念3 指标口径）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实现（概念3 指标口径）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测试（概念3 指标口径）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上线「指标口径」前自检三问：失败会怎样？谁能审计？回滚要多久？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「指标口径」典型故障：上下文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「指标口径」的选型以证据与约束为准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优化拓展：指标口径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「指标口径」优化一：把人工经验固化为资产（规则/Skill/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「指标口径」优化二：建立基线对照（关闭/盲选/受控三组）证明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概念详解：实时经营数据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把「实时经营数据」当工程对象看：否。它有明确的输入契约、失败语义与度量口径。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把实时经营数据讲透：是什么、不是什么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把「实时经营数据」当工程对象看：否。它有明确的输入契约、失败语义与度量口径。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是否入维度：否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理由维度：应实时查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「实时经营数据」之所以可靠，是因为它把不确定性关进笼子：预算、超时、重试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图：实时经营数据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正确姿势：先定义「实时经营数据」的契约与不变量，再谈实现；所有旁路都必须被审计。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常见误用：把「实时经营数据」当成一次性胶水代码，没有版本、没有度量、没有回滚路径。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契约（概念4 实时经营数据）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实现（概念4 实时经营数据）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测试（概念4 实时经营数据）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把「实时经营数据」落到业务：先小流量灰度验证效果与成本，再逐步放开租户范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「实时经营数据」典型故障：静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「实时经营数据」的选型以证据与约束为准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优化拓展：实时经营数据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「实时经营数据」优化一：把人工经验固化为资产（规则/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「实时经营数据」优化二：建立基线对照（关闭/盲选/受控三组）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概念详解：临时结论/推测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「临时结论/推测」指否。在企业级语境下，它同时约束接口契约、生命周期与治理边界，而不只是一个名词。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把临时结论/推测讲透：是什么、不是什么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「临时结论/推测」指否。在企业级语境下，它同时约束接口契约、生命周期与治理边界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是否入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是否入维度：否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理由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理由维度：不可信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Memory。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「临时结论/推测」的运行机制分三步：输入契约校验 → 核心转换执行 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图：临时结论/推测 的机制与数据流（flow_v 视角）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正确姿势：把「临时结论/推测」的决策依据落成证据（Trace/Eval），而不是凭经验拍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常见误用：用相关性绕过「临时结论/推测」的硬性过滤，短期省事，长期必然越权或漂移。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治理视角：写入策略、租户隔离、失效传播三闭环。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契约（概念5 临时结论/推测）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代码：memory.py · 实现（概念5 临时结论/推测）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文件：test_memory.py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代码：test_memory.py · 测试（概念5 临时结论/推测）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「临时结论/推测」典型故障：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「临时结论/推测」的选型以证据与约束为准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优化拓展：临时结论/推测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「临时结论/推测」优化二：建立基线对照（关闭/盲选/受控三组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核心：用户偏好、历史任务引用、指标口径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案例视角：恶意指标口径注入与删除传播的红队实测。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延伸阅读：Recall Contract 与记忆使用追踪。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3F4FD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3F4FD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6366F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从聊天记录到记忆契约：确定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6366F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Memory 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用户偏好的定义与边界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记忆要有选择地记住、正确地回忆：权威数据永不进 Memory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6366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6366F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3730A3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memory.py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3730A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3730A3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3730A3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从聊天记录到记忆契约：确定 DataAgent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6366F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3F4FD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列出三个'看似有用但不应写入 Memory'的信息，并给出理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第32讲 · Memory 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3F4FD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