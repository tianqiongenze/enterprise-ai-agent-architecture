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5cc29dd4c3fdd06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1a4a55668bd8fb0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ac887cde1ce1016.png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80dcfc79fcd95bf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f5c3ee991398552.png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8afe8ccc9cae5d2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55232f0e397fd7d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97c67d8a91ec49a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b7c9fbed3aeef38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6701277e9d5e583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91aace385bd8f36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ac8c7dd3c3d40f8.png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企业级 AI Coding 之器：构建可治理、可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第09讲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2F8F4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2F8F4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9DED3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9DED3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能解释Prompt的机制；2) 能对比Rule的取舍；3) 能跑通 container.py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之器：构建可治理、可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概念详解：Prompt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「Prompt」指单条。在企业级语境下，它同时约束接口契约、生命周期与治理边界，而不只是一个名词。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之器：构建可治理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把Prompt讲透：是什么、不是什么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「Prompt」指单条。在企业级语境下，它同时约束接口契约、生命周期与治理边界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边界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边界维度：单条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版本/所有者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版本/所有者维度：无序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「Prompt」的运行机制分三步：输入契约校验 → 核心转换执行 → 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图：Prompt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正确姿势：先定义「Prompt」的契约与不变量，再谈实现；所有旁路都必须被审计。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常见误用：把「Prompt」当成一次性胶水代码，没有版本、没有度量、没有回滚路径。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Prompt）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把「Prompt」落到业务：先小流量灰度验证效果与成本，再逐步放开租户范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「Prompt」典型故障：静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「Prompt」的选型以证据与约束为准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概念详解：Rule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对「Rule」的正确定位是：规则；它是可观测、可治理、可演进的稳定工程对象。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之器：构建可治理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定义与内涵：Rule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把Rule讲透：是什么、不是什么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对「Rule」的正确定位是：规则；它是可观测、可治理、可演进的稳定工程对象。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边界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边界维度：规则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版本/所有者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版本/所有者维度：版本化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机制图解：Rule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从数据流看「Rule」：上游产出受控载荷，经 container.py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图：Rule 的机制与数据流（cycle 视角）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深入原理：Rule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正确姿势：把「Rule」的决策依据落成证据（Trace/Eval），而不是凭经验拍板。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常见误用：用相关性绕过「Rule」的硬性过滤，短期省事，长期必然越权或漂移。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代码讲义：Rule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Rule）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应用实践：Rule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「Rule」的应用入口在本课程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陷阱与排查：Rule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「Rule」典型故障：成本失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工程决策：Rule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「Rule」的选型以证据与约束为准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优化拓展：Rule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「Rule」优化一：把人工经验固化为资产（规则/Skill/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「Rule」优化二：建立基线对照（关闭/盲选/受控三组）证明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概念详解：Skill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「Skill」的本质是能力。理解它的关键是分清模型能做的与系统必须兜底的。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之器：构建可治理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把Skill讲透：是什么、不是什么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「Skill」的本质是能力。理解它的关键是分清模型能做的与系统必须兜底的。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边界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边界维度：能力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版本/所有者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版本/所有者维度：版本化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「Skill」的机制核心是解耦：策略与执行分离、状态与过程分离、权限与相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图：Skill 的机制与数据流（layers 视角）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正确姿势：为「Skill」设置显式预算与停止条件，宁可慢一点，不可失控。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里验证「Skill」的正常路径，故障注入一跑就现出原形。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Skill）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上线「Skill」前自检三问：失败会怎样？谁能审计？回滚要多久？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「Skill」典型故障：上下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「Skill」的选型以证据与约束为准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「Skill」优化一：把人工经验固化为资产（规则/Skill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「Skill」优化二：建立基线对照（关闭/盲选/受控三组）证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概念详解：Workflow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把「Workflow」当工程对象看：编排。它有明确的输入契约、失败语义与度量口径。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之器：构建可治理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把Workflow讲透：是什么、不是什么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把「Workflow」当工程对象看：编排。它有明确的输入契约、失败语义与度量口径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边界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边界维度：编排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版本/所有者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版本/所有者维度：版本化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「Workflow」之所以可靠，是因为它把不确定性关进笼子：预算、超时、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图：Workflow 的机制与数据流（hub 视角）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正确姿势：先定义「Workflow」的契约与不变量，再谈实现；所有旁路都必须被审计。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常见误用：把「Workflow」当成一次性胶水代码，没有版本、没有度量、没有回滚路径。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Workflow）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把「Workflow」落到业务：先小流量灰度验证效果与成本，再逐步放开租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「Workflow」典型故障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「Workflow」的选型以证据与约束为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「Workflow」优化一：把人工经验固化为资产（规则/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「Workflow」优化二：建立基线对照（关闭/盲选/受控三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概念详解：Eval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「Eval」指质量标准。在企业级语境下，它同时约束接口契约、生命周期与治理边界，而不只是一个名词。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之器：构建可治理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把Eval讲透：是什么、不是什么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「Eval」指质量标准。在企业级语境下，它同时约束接口契约、生命周期与治理边界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边界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边界维度：质量标准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版本/所有者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版本/所有者维度：版本化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图：Eval 的机制与数据流（flow_v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正确姿势：把「Eval」的决策依据落成证据（Trace/Eval），而不是凭经验拍板。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常见误用：用相关性绕过「Eval」的硬性过滤，短期省事，长期必然越权或漂移。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讲义（概念5 Eval）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「Eval」典型故障：成本失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「Eval」的选型以证据与约束为准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核心：Prompt、Rule、Skill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之器：构建可治理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之器：构建可治理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延伸阅读：从个人效率到团队生产效能的观测升级。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之器：构建可治理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之器：构建可治理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Prompt的定义与边界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container.py 对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常见误用：把「Prompt」当成一次性胶水代码，没有版本、没有度量、没有回滚路径。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正确姿势：把「Prompt」的决策依据落成证据（Trace/Eval），而不是凭经验拍板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反模式对照：Rule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常见误用：把「Rule」当成一次性胶水代码，没有版本、没有度量、没有回滚路径。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正确姿势：把「Rule」的决策依据落成证据（Trace/Eval），而不是凭经验拍板。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常见误用：把「Skill」当成一次性胶水代码，没有版本、没有度量、没有回滚路径。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正确姿势：把「Skill」的决策依据落成证据（Trace/Eval），而不是凭经验拍板。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常见误用：把「Workflow」当成一次性胶水代码，没有版本、没有度量、没有回滚路径。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正确姿势：把「Workflow」的决策依据落成证据（Trace/Eval），而不是凭经验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 AI Coding 之器：构建可治理、可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2F8F4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结合 docs/05 部署与 scripts/demo.py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第09讲 · 企业级AI Coding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