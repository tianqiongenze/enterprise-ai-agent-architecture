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09 企业级 AI Coding 之器：构建可治理、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第二篇（企业级 AI Coding 的道法术器） · 教学讲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边界的三个关键要点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Rule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单条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Rule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规则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Skill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Rule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Skill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 + app/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Rule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 +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结合 docs/05 部署与 scripts/demo.py，说明一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 企业级 AI Coding 之器：构建可治理、可验证、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结合 docs/05 部署与 scripts/demo.py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第09讲 · 第二篇（企业级 AI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