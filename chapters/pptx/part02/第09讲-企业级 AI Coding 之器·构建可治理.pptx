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431aa9cb8852b03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bf7a9ce6e793fea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之器：构建可治理、可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能解释Prompt的机制；2) 能对比Rule的取舍；3) 能跑通 container.py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之器：构建可治理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边界的三个关键要点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Rule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单条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Rule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规则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Prompt：单条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Rule：规则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dataagent/infra + app/container.py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Rule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container.py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结合 docs/05 部署与 scripts/demo.py，说明一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之器：构建可治理、可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结合 docs/05 部署与 scripts/demo.py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第09讲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