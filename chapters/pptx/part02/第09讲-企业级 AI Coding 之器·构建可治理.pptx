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5cc29dd4c3fdd06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1a4a55668bd8fb0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ac887cde1ce1016.png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80dcfc79fcd95bf.png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f5c3ee991398552.png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8afe8ccc9cae5d2.png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55232f0e397fd7d.png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97c67d8a91ec49a.png"/>
</Relationships>
</file>

<file path=ppt/slides/_rels/slide4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b7c9fbed3aeef38.png"/>
</Relationships>
</file>

<file path=ppt/slides/_rels/slide5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6701277e9d5e583.png"/>
</Relationships>
</file>

<file path=ppt/slides/_rels/slide5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91aace385bd8f36.png"/>
</Relationships>
</file>

<file path=ppt/slides/_rels/slide6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ac8c7dd3c3d40f8.png"/>
</Relationships>
</file>

<file path=ppt/slides/_rels/slide6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146B4A"/>
                </a:solidFill>
                <a:latin typeface="Arial"/>
                <a:ea typeface="Microsoft YaHei"/>
                <a:cs typeface="Arial"/>
              </a:rPr>
              <a:t>企业级 AI Coding 之器：构建可治理、可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企业级AI Coding · 深度教学讲义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2A9D8F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第09讲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2F8F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035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75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095375"/>
            <a:ext cx="10668000" cy="2952750"/>
            <a:chOff x="762000" y="1095375"/>
            <a:chExt cx="10668000" cy="2952750"/>
          </a:xfrm>
        </p:grpSpPr>
        <p:sp>
          <p:nvSpPr>
            <p:cNvPr id="7" name="Rectangle 7"/>
            <p:cNvSpPr/>
            <p:nvPr/>
          </p:nvSpPr>
          <p:spPr>
            <a:xfrm>
              <a:off x="7620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95375"/>
              <a:ext cx="57150" cy="857250"/>
            </a:xfrm>
            <a:prstGeom prst="rect">
              <a:avLst/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34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16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概念详解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30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核心概念定义与边界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86500" y="1095375"/>
              <a:ext cx="57150" cy="857250"/>
            </a:xfrm>
            <a:prstGeom prst="rect">
              <a:avLst/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61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机制与图解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75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运行机制与图解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2F8F4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" y="2238375"/>
              <a:ext cx="57150" cy="85725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34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716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0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仓库真实代码三切面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2F8F4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0" y="2238375"/>
              <a:ext cx="57150" cy="85725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9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961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应用实践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75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落地步骤与场景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C9DED3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25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陷阱与排查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C9DED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770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优化拓展</a:t>
              </a:r>
            </a:p>
          </p:txBody>
        </p:sp>
      </p:grpSp>
      <p:sp>
        <p:nvSpPr>
          <p:cNvPr id="32" name="Line 3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能解释Prompt的机制；2) 能对比Rule的取舍；3) 能跑通 container.py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之器：构建可治理、可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概念详解：Prompt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「Prompt」指单条。在企业级语境下，它同时约束接口契约、生命周期与治理边界，而不只是一个名词。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之器：构建可治理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定义与内涵：Prompt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把Prompt讲透：是什么、不是什么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「Prompt」指单条。在企业级语境下，它同时约束接口契约、生命周期与治理边界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边界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边界维度：单条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版本/所有者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版本/所有者维度：无序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道法术器层层递进：观念不对，工具越强偏得越远。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机制图解：Prompt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「Prompt」的运行机制分三步：输入契约校验 → 核心转换执行 → 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图：Prompt 的机制与数据流（flow_v 视角）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深入原理：Prompt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正确姿势：先定义「Prompt」的契约与不变量，再谈实现；所有旁路都必须被审计。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常见误用：把「Prompt」当成一次性胶水代码，没有版本、没有度量、没有回滚路径。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治理视角：经验、流程、制度外置为基础设施才是器。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代码讲义：Prompt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讲义切面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文件：lecture.py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切面：讲义——先读接口再读实现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代码：lecture.py · 讲义（概念1 Prompt）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应用实践：Prompt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把「Prompt」落到业务：先小流量灰度验证效果与成本，再逐步放开租户范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案例视角：同一任务，SDD 驱动与 Prompt 驱动的交付质量对比。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陷阱与排查：Prompt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「Prompt」典型故障：静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工程决策：Prompt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「Prompt」的选型以证据与约束为准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生产化：Prompt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企业治理：Prompt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优化拓展：Prompt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「Prompt」优化一：把人工经验固化为资产（规则/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「Prompt」优化二：建立基线对照（关闭/盲选/受控三组）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概念详解：Rule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对「Rule」的正确定位是：规则；它是可观测、可治理、可演进的稳定工程对象。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之器：构建可治理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定义与内涵：Rule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把Rule讲透：是什么、不是什么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对「Rule」的正确定位是：规则；它是可观测、可治理、可演进的稳定工程对象。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边界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边界维度：规则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版本/所有者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版本/所有者维度：版本化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道法术器层层递进：观念不对，工具越强偏得越远。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机制图解：Rule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从数据流看「Rule」：上游产出受控载荷，经 container.py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图：Rule 的机制与数据流（cycle 视角）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深入原理：Rule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正确姿势：把「Rule」的决策依据落成证据（Trace/Eval），而不是凭经验拍板。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常见误用：用相关性绕过「Rule」的硬性过滤，短期省事，长期必然越权或漂移。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治理视角：经验、流程、制度外置为基础设施才是器。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代码讲义：Rule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讲义切面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文件：lecture.py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切面：讲义——先读接口再读实现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代码：lecture.py · 讲义（概念2 Rule）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应用实践：Rule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「Rule」的应用入口在本课程 DataAgent：跑通对应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案例视角：同一任务，SDD 驱动与 Prompt 驱动的交付质量对比。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陷阱与排查：Rule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「Rule」典型故障：成本失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工程决策：Rule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「Rule」的选型以证据与约束为准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生产化：Rule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企业治理：Rule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优化拓展：Rule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「Rule」优化一：把人工经验固化为资产（规则/Skill/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「Rule」优化二：建立基线对照（关闭/盲选/受控三组）证明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概念详解：Skill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「Skill」的本质是能力。理解它的关键是分清模型能做的与系统必须兜底的。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之器：构建可治理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定义与内涵：Skill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把Skill讲透：是什么、不是什么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「Skill」的本质是能力。理解它的关键是分清模型能做的与系统必须兜底的。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边界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边界维度：能力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版本/所有者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版本/所有者维度：版本化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道法术器层层递进：观念不对，工具越强偏得越远。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机制图解：Skill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「Skill」的机制核心是解耦：策略与执行分离、状态与过程分离、权限与相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图：Skill 的机制与数据流（layers 视角）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深入原理：Skill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正确姿势：为「Skill」设置显式预算与停止条件，宁可慢一点，不可失控。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常见误用：只在 Demo 里验证「Skill」的正常路径，故障注入一跑就现出原形。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治理视角：经验、流程、制度外置为基础设施才是器。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代码讲义：Skill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讲义切面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文件：lecture.py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切面：讲义——先读接口再读实现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代码：lecture.py · 讲义（概念3 Skill）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应用实践：Skill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上线「Skill」前自检三问：失败会怎样？谁能审计？回滚要多久？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案例视角：同一任务，SDD 驱动与 Prompt 驱动的交付质量对比。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陷阱与排查：Skill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「Skill」典型故障：上下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工程决策：Skill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「Skill」的选型以证据与约束为准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生产化：Skill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企业治理：Skill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优化拓展：Skill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「Skill」优化一：把人工经验固化为资产（规则/Skill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「Skill」优化二：建立基线对照（关闭/盲选/受控三组）证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概念详解：Workflow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把「Workflow」当工程对象看：编排。它有明确的输入契约、失败语义与度量口径。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之器：构建可治理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把Workflow讲透：是什么、不是什么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把「Workflow」当工程对象看：编排。它有明确的输入契约、失败语义与度量口径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边界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边界维度：编排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版本/所有者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版本/所有者维度：版本化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道法术器层层递进：观念不对，工具越强偏得越远。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「Workflow」之所以可靠，是因为它把不确定性关进笼子：预算、超时、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图：Workflow 的机制与数据流（hub 视角）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正确姿势：先定义「Workflow」的契约与不变量，再谈实现；所有旁路都必须被审计。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常见误用：把「Workflow」当成一次性胶水代码，没有版本、没有度量、没有回滚路径。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治理视角：经验、流程、制度外置为基础设施才是器。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代码讲义：Workflow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讲义切面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文件：lecture.py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切面：讲义——先读接口再读实现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代码：lecture.py · 讲义（概念4 Workflow）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把「Workflow」落到业务：先小流量灰度验证效果与成本，再逐步放开租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案例视角：同一任务，SDD 驱动与 Prompt 驱动的交付质量对比。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「Workflow」典型故障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「Workflow」的选型以证据与约束为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「Workflow」优化一：把人工经验固化为资产（规则/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「Workflow」优化二：建立基线对照（关闭/盲选/受控三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概念详解：Eval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「Eval」指质量标准。在企业级语境下，它同时约束接口契约、生命周期与治理边界，而不只是一个名词。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之器：构建可治理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定义与内涵：Eval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把Eval讲透：是什么、不是什么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「Eval」指质量标准。在企业级语境下，它同时约束接口契约、生命周期与治理边界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边界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边界维度：质量标准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版本/所有者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版本/所有者维度：版本化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道法术器层层递进：观念不对，工具越强偏得越远。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机制图解：Eval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「Eval」的运行机制分三步：输入契约校验 → 核心转换执行 → 结果验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图：Eval 的机制与数据流（flow_v 视角）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深入原理：Eval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正确姿势：把「Eval」的决策依据落成证据（Trace/Eval），而不是凭经验拍板。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常见误用：用相关性绕过「Eval」的硬性过滤，短期省事，长期必然越权或漂移。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治理视角：经验、流程、制度外置为基础设施才是器。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代码讲义：Eval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讲义切面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文件：lecture.py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切面：讲义——先读接口再读实现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代码：lecture.py · 讲义（概念5 Eval）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应用实践：Eval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「Eval」的应用入口在本课程 DataAgent：跑通对应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案例视角：同一任务，SDD 驱动与 Prompt 驱动的交付质量对比。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陷阱与排查：Eval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「Eval」典型故障：成本失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工程决策：Eval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「Eval」的选型以证据与约束为准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生产化：Eval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企业治理：Eval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优化拓展：Eval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「Eval」优化一：把人工经验固化为资产（规则/Skill/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「Eval」优化二：建立基线对照（关闭/盲选/受控三组）证明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本章知识图谱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概念之间的结构关系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核心：Prompt、Rule、Skill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关系：输入→机制→治理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全部概念见讲义表格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图：本章概念关系（中心辐射视角）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应用与实战指南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从理解到落地：场景、步骤与检查清单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之器：构建可治理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实战路线图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三步从 Demo 到生产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场景选择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选高频、可验证、低风险场景切入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契约先行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定义输入/输出/错误语义与验收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评测护航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建数据集与评分卡再动 Prompt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案例视角：同一任务，SDD 驱动与 Prompt 驱动的交付质量对比。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典型应用场景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场景→做法→收益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场景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做法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收益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经营诊断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自主分析闭环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结论可解释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数据查询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只读网关+权限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安全合规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行动执行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风险可控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场景选择决定治理强度，按风险分级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落地检查清单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上线前逐项打勾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功能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核心链路全绿；故障注入通过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质量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三层评测达标；回归门禁通过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安全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权限/审计/幂等/回滚就绪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GO/NO-GO 由硬门槛决定，不由均分决定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优化与拓展指南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让系统随模型共同进化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之器：构建可治理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优化方向对照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短期补丁 vs 长期资产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短期补丁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改 Prompt 救火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局部 if-else 兜底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人工盯梢排查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经验留在个人脑中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长期资产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规则/Skill/Eval 沉淀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统一 Runtime 治理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Trace+Baseline 驱动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资产随组织复用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延伸阅读：从个人效率到团队生产效能的观测升级。</a:t>
              </a: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拓展学习地图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三层次进阶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体系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把本讲机制放进企业级全景图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贯通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与前后讲次的接口互相印证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向上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架构与治理体系化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向深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Runtime 与可靠性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向外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多 Agent 与平台化</a:t>
              </a: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演进路线图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本讲在能力阶梯上的位置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67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当前：本讲机制已可运行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下一站：与相邻模块协同治理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长期：固化为组织级资产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图：从本讲机制到组织资产的演进路径</a:t>
              </a: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68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治理与常见陷阱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企业级红线与审计要点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之器：构建可治理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企业级红线清单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红线→后果→防护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69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红线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后果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防护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越权访问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数据泄漏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硬过滤+审计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未审批副作用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业务事故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不可回放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无法追责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Trace+Checkpoint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红线一票否决，不允许带病上线</a:t>
              </a:r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70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复习与考核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把本讲装进长期记忆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之器：构建可治理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三个必答题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是什么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Prompt的定义与边界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为什么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道法术器层层递进：观念不对，工具越强偏得越远。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怎么用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在 DataAgent 中跑通 container.py 对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能讲给同事听懂，才算真正掌握</a:t>
              </a: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146B4A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 AI Coding 之器：构建可治理、可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2A9D8F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2F8F4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结合 docs/05 部署与 scripts/demo.py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第09讲 · 企业级AI Coding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2F8F4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72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