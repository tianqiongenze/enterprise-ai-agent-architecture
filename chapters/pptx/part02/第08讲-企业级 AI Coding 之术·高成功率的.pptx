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9739bdeee96bc0f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edb399249ae6dc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3e009e6db476f00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2238f44ec367d64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9b1ce083ddd9e0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4e43a8a6f664f4a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8c5c636122ef3a8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724d2f05557fca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2745ff63225c7bb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4f43fe9d7025b1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1ae8b03fe96f61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afb8748249b1d31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bf4bb991cff7777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ba0c06315fe529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4973c936e3a33b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12a8fbde7b461ea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162edce3807c7d4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能解释任务拆解粒度的机制；2) 能对比上下文信号密度的取舍；3) 能跑通 harness.py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概念详解：任务拆解粒度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「任务拆解粒度」指可控性。在企业级语境下，它同时约束接口契约、生命周期与治理边界，而不只是一个名词。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把任务拆解粒度讲透：是什么、不是什么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「任务拆解粒度」指可控性。在企业级语境下，它同时约束接口契约、生命周期与治理边界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作用维度：可控性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要点维度：可控性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「任务拆解粒度」的运行机制分三步：输入契约校验 → 核心转换执行 → 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图：任务拆解粒度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正确姿势：先定义「任务拆解粒度」的契约与不变量，再谈实现；所有旁路都必须被审计。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常见误用：把「任务拆解粒度」当成一次性胶水代码，没有版本、没有度量、没有回滚路径。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契约（概念1 任务拆解粒度）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实现（概念1 任务拆解粒度）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把「任务拆解粒度」落到业务：先小流量灰度验证效果与成本，再逐步放开租户范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「任务拆解粒度」典型故障：静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「任务拆解粒度」的选型以证据与约束为准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优化拓展：任务拆解粒度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「任务拆解粒度」优化一：把人工经验固化为资产（规则/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「任务拆解粒度」优化二：建立基线对照（关闭/盲选/受控三组）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概念详解：上下文信号密度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对「上下文信号密度」的正确定位是：成功率；它是可观测、可治理、可演进的稳定工程对象。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把上下文信号密度讲透：是什么、不是什么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对「上下文信号密度」的正确定位是：成功率；它是可观测、可治理、可演进的稳定工程对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作用维度：成功率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要点维度：成功率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从数据流看「上下文信号密度」：上游产出受控载荷，经 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图：上下文信号密度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正确姿势：把「上下文信号密度」的决策依据落成证据（Trace/Eval），而不是凭经验拍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常见误用：用相关性绕过「上下文信号密度」的硬性过滤，短期省事，长期必然越权或漂移。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契约（概念2 上下文信号密度）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实现（概念2 上下文信号密度）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「上下文信号密度」的应用入口在本课程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「上下文信号密度」典型故障：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「上下文信号密度」的选型以证据与约束为准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优化拓展：上下文信号密度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「上下文信号密度」优化一：把人工经验固化为资产（规则/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「上下文信号密度」优化二：建立基线对照（关闭/盲选/受控三组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概念详解：执行节奏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「执行节奏」的本质是稳定性。理解它的关键是分清模型能做的与系统必须兜底的。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把执行节奏讲透：是什么、不是什么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「执行节奏」的本质是稳定性。理解它的关键是分清模型能做的与系统必须兜底的。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作用维度：稳定性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要点维度：稳定性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「执行节奏」的机制核心是解耦：策略与执行分离、状态与过程分离、权限与相关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图：执行节奏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正确姿势：为「执行节奏」设置显式预算与停止条件，宁可慢一点，不可失控。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里验证「执行节奏」的正常路径，故障注入一跑就现出原形。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契约（概念3 执行节奏）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实现（概念3 执行节奏）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上线「执行节奏」前自检三问：失败会怎样？谁能审计？回滚要多久？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「执行节奏」典型故障：上下文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「执行节奏」的选型以证据与约束为准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优化拓展：执行节奏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「执行节奏」优化一：把人工经验固化为资产（规则/Skill/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「执行节奏」优化二：建立基线对照（关闭/盲选/受控三组）证明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概念详解：验证点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把「验证点」当工程对象看：质量。它有明确的输入契约、失败语义与度量口径。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把验证点讲透：是什么、不是什么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把「验证点」当工程对象看：质量。它有明确的输入契约、失败语义与度量口径。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作用维度：质量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要点维度：质量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「验证点」之所以可靠，是因为它把不确定性关进笼子：预算、超时、重试、审计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图：验证点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正确姿势：先定义「验证点」的契约与不变量，再谈实现；所有旁路都必须被审计。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常见误用：把「验证点」当成一次性胶水代码，没有版本、没有度量、没有回滚路径。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契约（概念4 验证点）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实现（概念4 验证点）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把「验证点」落到业务：先小流量灰度验证效果与成本，再逐步放开租户范围。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「验证点」典型故障：静默失败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「验证点」的选型以证据与约束为准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优化拓展：验证点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「验证点」优化一：把人工经验固化为资产（规则/Skill/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「验证点」优化二：建立基线对照（关闭/盲选/受控三组）证明增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概念详解：恢复策略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「恢复策略」指鲁棒性。在企业级语境下，它同时约束接口契约、生命周期与治理边界，而不只是一个名词。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把恢复策略讲透：是什么、不是什么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「恢复策略」指鲁棒性。在企业级语境下，它同时约束接口契约、生命周期与治理边界，而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作用维度：鲁棒性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要点维度：鲁棒性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「恢复策略」的运行机制分三步：输入契约校验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图：恢复策略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正确姿势：把「恢复策略」的决策依据落成证据（Trace/Eval），而不是凭经验拍板。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常见误用：用相关性绕过「恢复策略」的硬性过滤，短期省事，长期必然越权或漂移。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契约（概念5 恢复策略）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实现（概念5 恢复策略）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「恢复策略」的应用入口在本课程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「恢复策略」典型故障：成本失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「恢复策略」的选型以证据与约束为准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优化拓展：恢复策略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「恢复策略」优化一：把人工经验固化为资产（规则/Skill/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「恢复策略」优化二：建立基线对照（关闭/盲选/受控三组）证明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核心：任务拆解粒度、上下文信号密、执行节奏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延伸阅读：从个人效率到团队生产效能的观测升级。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任务拆解粒度的定义与边界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harness.py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调整 DataAgent 的 AutonomyBudget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第08讲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