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08 企业级 AI Coding 之术：高成功率的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第二篇（企业级 AI Coding 的道法术器） · 教学讲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核心概念：控制变量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任务拆解粒度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任务拆解粒度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执行节奏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稳定性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任务拆解粒度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执行节奏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稳定性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代码落点：dataagent/infra/runtime/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控制变量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可控性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上下文信号密度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成功率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调整 DataAgent 的 AutonomyBudget 参数，观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 企业级 AI Coding 之术：高成功率的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调整 DataAgent 的 AutonomyBudget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第08讲 · 第二篇（企业级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