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0272c31e036d60a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68991d4a9d35795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46B4A"/>
                </a:solidFill>
                <a:latin typeface="Arial"/>
                <a:ea typeface="Microsoft YaHei"/>
                <a:cs typeface="Arial"/>
              </a:rPr>
              <a:t>企业级 AI Coding 之术：高成功率的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企业级AI Coding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2A9D8F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第08讲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2F8F4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能解释任务拆解粒度的机制；2) 能对比上下文信号密度的取舍；3) 能跑通 harness.py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之术：高成功率的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核心概念：控制变量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作用的三个关键要点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任务拆解粒度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可控性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上下文信号密度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成功率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任务拆解粒度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可控性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上下文信号密度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成功率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执行节奏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稳定性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任务拆解粒度：可控性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上下文信号密度：成功率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dataagent/infra/runtime/harness.py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控制变量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可控性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上下文信号密度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成功率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harness.py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调整 DataAgent 的 AutonomyBudget 参数，观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46B4A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 AI Coding 之术：高成功率的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2A9D8F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2F8F4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调整 DataAgent 的 AutonomyBudget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第08讲 · 企业级AI Coding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2F8F4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