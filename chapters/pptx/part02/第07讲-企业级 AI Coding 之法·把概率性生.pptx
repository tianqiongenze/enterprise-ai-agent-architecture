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d33384762a0dd4c5.png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899424e582d28958.png"/>
</Relationships>
</file>

<file path=ppt/slides/_rels/slide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146B4A"/>
                </a:solidFill>
                <a:latin typeface="Arial"/>
                <a:ea typeface="Microsoft YaHei"/>
                <a:cs typeface="Arial"/>
              </a:rPr>
              <a:t>企业级 AI Coding 之法：把概率性生成转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企业级AI Coding · 教学讲义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2A9D8F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第07讲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2F8F4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2A9D8F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学习目标 / Lernziele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1) 能解释目标的机制；2) 能对比上下文的取舍；3) 能跑通 DataAgent 对应测试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企业级 AI Coding 之法：把概率性生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核心概念：不确定性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缓解方法的三个关键要点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目标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SDD/SPEC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上下文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Context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目标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SDD/SPEC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上下文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Context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执行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Contract-First +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架构与执行链路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一图看懂本讲的机制流转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目标：SDD/SPEC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上下文：Context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2F8F4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图：本讲核心对象的执行链路（由讲义表格自动生成）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关键代码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可运行实现与讲解一一对应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2F8F4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契约先行：接口→实现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离线可运行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2F8F4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代码：见讲义与 dataagent/ 仓库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关键证据与结论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2A9D8F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用证据支撑工程判断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课程第07讲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企业级AI Coding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不确定性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SDD/SPEC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上下文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Context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2A9D8F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2A9D8F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146B4A"/>
                  </a:solidFill>
                  <a:latin typeface="Arial"/>
                  <a:ea typeface="Microsoft YaHei"/>
                  <a:cs typeface="Arial"/>
                </a:rPr>
                <a:t>实战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DataAgent 仓库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146B4A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选择一个业务需求，先写失败测试再实现，体验 SDD→TDD 闭环。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146B4A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146B4A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 AI Coding 之法：把概率性生成转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2A9D8F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2F8F4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选择一个业务需求，先写失败测试再实现，体验 SDD→TDD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第07讲 · 企业级AI Coding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2F8F4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