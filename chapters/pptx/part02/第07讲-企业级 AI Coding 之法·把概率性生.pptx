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2292c8798cd3eb0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65941c02a1c0270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8ab43c53424c70e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adaaf6eb407b454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ff5ffca68464526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fbf7bb569cbbb70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25d01588984a204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edbe9ac3642a9b2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5c1d7e93f8f371b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d6c74560cf49351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企业级 AI Coding 之法：把概率性生成转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第07讲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能解释目标的机制；2) 能对比上下文的取舍；3)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之法：把概率性生成转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概念详解：目标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「目标」指SDD/SPEC。在企业级语境下，它同时约束接口契约、生命周期与治理边界，而不只是一个名词。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把目标讲透：是什么、不是什么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「目标」指SDD/SPEC。在企业级语境下，它同时约束接口契约、生命周期与治理边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缓解方法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缓解方法维度：SDD/SPEC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要点维度：SDD/SPEC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图：目标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正确姿势：先定义「目标」的契约与不变量，再谈实现；所有旁路都必须被审计。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常见误用：把「目标」当成一次性胶水代码，没有版本、没有度量、没有回滚路径。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讲义（概念1 目标）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把「目标」落到业务：先小流量灰度验证效果与成本，再逐步放开租户范围。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「目标」典型故障：静默失败—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「目标」的选型以证据与约束为准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概念详解：上下文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对「上下文」的正确定位是：Context Engineering；它是可观测、可治理、可演进的稳定工程对象。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把上下文讲透：是什么、不是什么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对「上下文」的正确定位是：Context Engineering；它是可观测、可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缓解方法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缓解方法维度：Context Engineering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要点维度：Context Engineering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从数据流看「上下文」：上游产出受控载荷，经 DataAgent 中的实现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图：上下文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正确姿势：把「上下文」的决策依据落成证据（Trace/Eval），而不是凭经验拍板。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常见误用：用相关性绕过「上下文」的硬性过滤，短期省事，长期必然越权或漂移。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讲义（概念2 上下文）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「上下文」的应用入口在本课程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「上下文」典型故障：成本失控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「上下文」的选型以证据与约束为准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「上下文」优化一：把人工经验固化为资产（规则/Skill/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「上下文」优化二：建立基线对照（关闭/盲选/受控三组）证明增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概念详解：执行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「执行」的本质是Contract-First + Task Graph。理解它的关键是分清模型能做的与系统必须兜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把执行讲透：是什么、不是什么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「执行」的本质是Contract-First + Task Graph。理解它的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缓解方法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缓解方法维度：Contract-First + Task Graph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要点维度：Contract-First + Task Graph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图：执行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正确姿势：为「执行」设置显式预算与停止条件，宁可慢一点，不可失控。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里验证「执行」的正常路径，故障注入一跑就现出原形。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讲义（概念3 执行）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上线「执行」前自检三问：失败会怎样？谁能审计？回滚要多久？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「执行」典型故障：上下文漂移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「执行」的选型以证据与约束为准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「执行」优化二：建立基线对照（关闭/盲选/受控三组）证明增量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概念详解：验证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把「验证」当工程对象看：Independent Verification / Eval。它有明确的输入契约、失败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把验证讲透：是什么、不是什么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把「验证」当工程对象看：Independent Verification 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缓解方法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缓解方法维度：Independent Verification / Eval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要点维度：Independent Verification 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「验证」之所以可靠，是因为它把不确定性关进笼子：预算、超时、重试、审计四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图：验证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正确姿势：先定义「验证」的契约与不变量，再谈实现；所有旁路都必须被审计。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常见误用：把「验证」当成一次性胶水代码，没有版本、没有度量、没有回滚路径。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讲义（概念4 验证）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把「验证」落到业务：先小流量灰度验证效果与成本，再逐步放开租户范围。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「验证」典型故障：静默失败—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「验证」的选型以证据与约束为准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「验证」优化一：把人工经验固化为资产（规则/Skill/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「验证」优化二：建立基线对照（关闭/盲选/受控三组）证明增量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核心：目标、上下文、执行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延伸阅读：从个人效率到团队生产效能的观测升级。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之法：把概率性生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目标的定义与边界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DataAgent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常见误用：把「目标」当成一次性胶水代码，没有版本、没有度量、没有回滚路径。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正确姿势：把「目标」的决策依据落成证据（Trace/Eval），而不是凭经验拍板。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反模式对照：上下文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常见误用：把「上下文」当成一次性胶水代码，没有版本、没有度量、没有回滚路径。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正确姿势：把「上下文」的决策依据落成证据（Trace/Eval），而不是凭经验拍板。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反模式对照：执行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常见误用：把「执行」当成一次性胶水代码，没有版本、没有度量、没有回滚路径。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正确姿势：把「执行」的决策依据落成证据（Trace/Eval），而不是凭经验拍板。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反模式对照：验证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常见误用：把「验证」当成一次性胶水代码，没有版本、没有度量、没有回滚路径。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正确姿势：把「验证」的决策依据落成证据（Trace/Eval），而不是凭经验拍板。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正确姿势：为「目标」设置显式预算与停止条件，宁可慢一点，不可失控。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 AI Coding 之法：把概率性生成转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2F8F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选择一个业务需求，先写失败测试再实现，体验 SDD→TDD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第07讲 · 企业级AI Coding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