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07 企业级 AI Coding 之法：把概率性生成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第二篇（企业级 AI Coding 的道法术器） · 教学讲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核心概念：不确定性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缓解方法的三个关键要点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SDD/SPEC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Context Engineering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SDD/SPEC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Context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Contract-First +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SDD/SPEC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Context Engineering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Contract-First +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代码落点：docs/01 + dataagent/tests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不确定性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SDD/SPEC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上下文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Context Engineering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docs/01 + dataagent/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选择一个业务需求，先写失败测试再实现，体验 SDD→TDD 闭环。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 企业级 AI Coding 之法：把概率性生成转化为确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选择一个业务需求，先写失败测试再实现，体验 SDD→TDD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第07讲 · 第二篇（企业级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