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09880049256292c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45c3ff070007d88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89ac3ed3d72ddd2.png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99844ec100c818c.png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1938f9037aa56fb.png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87045e2aeac434f.png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ee3f8cd35b752c4.png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efd281240a255e0.png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c7d9a0483219d76.png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44e279b0be3d0c7.png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146B4A"/>
                </a:solidFill>
                <a:latin typeface="Arial"/>
                <a:ea typeface="Microsoft YaHei"/>
                <a:cs typeface="Arial"/>
              </a:rPr>
              <a:t>企业级 AI Coding 之道：以人为本的生产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企业级AI Coding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2A9D8F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第06讲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2F8F4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2F8F4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2F8F4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9DED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C9DED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能解释目标的机制；2) 能对比质量来源的取舍；3) 能跑通 DataAgent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之道：以人为本的生产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概念详解：目标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「目标」指完成任务。在企业级语境下，它同时约束接口契约、生命周期与治理边界，而不只是一个名词。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之道：以人为本的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把目标讲透：是什么、不是什么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「目标」指完成任务。在企业级语境下，它同时约束接口契约、生命周期与治理边界，而不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个人级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个人级维度：完成任务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企业级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企业级维度：可交付资产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「目标」的运行机制分三步：输入契约校验 → 核心转换执行 → 结果验证与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图：目标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正确姿势：先定义「目标」的契约与不变量，再谈实现；所有旁路都必须被审计。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常见误用：把「目标」当成一次性胶水代码，没有版本、没有度量、没有回滚路径。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讲义（概念1 目标）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把「目标」落到业务：先小流量灰度验证效果与成本，再逐步放开租户范围。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「目标」典型故障：静默失败—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Prompt 决定质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工程系统决定质量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—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「目标」的选型以证据与约束为准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「目标」优化一：把人工经验固化为资产（规则/Skill/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「目标」优化二：建立基线对照（关闭/盲选/受控三组）证明增量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概念详解：质量来源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对「质量来源」的正确定位是：Prompt；它是可观测、可治理、可演进的稳定工程对象。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之道：以人为本的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定义与内涵：质量来源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把质量来源讲透：是什么、不是什么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对「质量来源」的正确定位是：Prompt；它是可观测、可治理、可演进的稳定工程对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个人级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个人级维度：Prompt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企业级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企业级维度：工程系统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机制图解：质量来源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从数据流看「质量来源」：上游产出受控载荷，经 DataAgent 中的实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图：质量来源 的机制与数据流（cycle 视角）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深入原理：质量来源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正确姿势：把「质量来源」的决策依据落成证据（Trace/Eval），而不是凭经验拍板。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常见误用：用相关性绕过「质量来源」的硬性过滤，短期省事，长期必然越权或漂移。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代码讲义：质量来源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讲义（概念2 质量来源）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应用实践：质量来源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「质量来源」的应用入口在本课程 DataAgent：跑通对应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陷阱与排查：质量来源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「质量来源」典型故障：成本失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工程决策：质量来源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节省 Token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优化总成本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—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「质量来源」的选型以证据与约束为准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生产化：质量来源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企业治理：质量来源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优化拓展：质量来源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「质量来源」优化一：把人工经验固化为资产（规则/Skill/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「质量来源」优化二：建立基线对照（关闭/盲选/受控三组）证明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概念详解：优化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「优化」的本质是省 Token。理解它的关键是分清模型能做的与系统必须兜底的。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之道：以人为本的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定义与内涵：优化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把优化讲透：是什么、不是什么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「优化」的本质是省 Token。理解它的关键是分清模型能做的与系统必须兜底的。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个人级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个人级维度：省 Token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企业级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企业级维度：优化总交付成本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机制图解：优化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「优化」的机制核心是解耦：策略与执行分离、状态与过程分离、权限与相关性分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图：优化 的机制与数据流（layers 视角）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深入原理：优化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正确姿势：为「优化」设置显式预算与停止条件，宁可慢一点，不可失控。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里验证「优化」的正常路径，故障注入一跑就现出原形。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代码讲义：优化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讲义（概念3 优化）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应用实践：优化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上线「优化」前自检三问：失败会怎样？谁能审计？回滚要多久？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陷阱与排查：优化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「优化」典型故障：上下文漂移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工程决策：优化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一次完成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复利资产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—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「优化」的选型以证据与约束为准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生产化：优化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企业治理：优化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优化拓展：优化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「优化」优化一：把人工经验固化为资产（规则/Skill/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「优化」优化二：建立基线对照（关闭/盲选/受控三组）证明增量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概念详解：迭代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把「迭代」当工程对象看：一次性。它有明确的输入契约、失败语义与度量口径。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之道：以人为本的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定义与内涵：迭代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把迭代讲透：是什么、不是什么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把「迭代」当工程对象看：一次性。它有明确的输入契约、失败语义与度量口径。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个人级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个人级维度：一次性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企业级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企业级维度：复利资产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机制图解：迭代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「迭代」之所以可靠，是因为它把不确定性关进笼子：预算、超时、重试、审计四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图：迭代 的机制与数据流（hub 视角）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深入原理：迭代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正确姿势：先定义「迭代」的契约与不变量，再谈实现；所有旁路都必须被审计。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常见误用：把「迭代」当成一次性胶水代码，没有版本、没有度量、没有回滚路径。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代码讲义：迭代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讲义切面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文件：lecture.py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切面：讲义——先读接口再读实现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代码：lecture.py · 讲义（概念4 迭代）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应用实践：迭代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把「迭代」落到业务：先小流量灰度验证效果与成本，再逐步放开租户范围。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陷阱与排查：迭代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「迭代」典型故障：静默失败—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工程决策：迭代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追求全自动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风险适配自动化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—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「迭代」的选型以证据与约束为准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生产化：迭代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企业级落地三机制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阶段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机制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审计/落点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中断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ApprovalPending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waiting_approval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决议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decided_by/at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approve/reject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恢复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pre_approved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succeeded/canceled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HITL：中断-审批-恢复 全真实落库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企业治理：迭代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三项已闭合边界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认证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未认证401/越权403（LAN实测）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queued→running→终态全落库（LAN实测）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JWT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HS256+四角色RBAC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队列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Pulsar/Redis Worker落库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审批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HITL 中断-恢复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优化拓展：迭代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「迭代」优化一：把人工经验固化为资产（规则/Skill/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「迭代」优化二：建立基线对照（关闭/盲选/受控三组）证明增量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核心：目标、质量来源、优化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之道：以人为本的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案例视角：同一任务，SDD 驱动与 Prompt 驱动的交付质量对比。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之道：以人为本的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延伸阅读：从个人效率到团队生产效能的观测升级。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2F8F4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2F8F4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之道：以人为本的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2A9D8F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企业级 AI Coding 之道：以人为本的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目标的定义与边界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道法术器层层递进：观念不对，工具越强偏得越远。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DataAgent 对应用例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常见误用：把「目标」当成一次性胶水代码，没有版本、没有度量、没有回滚路径。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正确姿势：把「目标」的决策依据落成证据（Trace/Eval），而不是凭经验拍板。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反模式对照：质量来源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常见误用：把「质量来源」当成一次性胶水代码，没有版本、没有度量、没有回滚路径。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正确姿势：把「质量来源」的决策依据落成证据（Trace/Eval），而不是凭经验拍板。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反模式对照：优化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常见误用：把「优化」当成一次性胶水代码，没有版本、没有度量、没有回滚路径。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正确姿势：把「优化」的决策依据落成证据（Trace/Eval），而不是凭经验拍板。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反模式对照：迭代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两个真实项目里的教训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反例现场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常见误用：把「迭代」当成一次性胶水代码，没有版本、没有度量、没有回滚路径。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复盘：契约缺失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整改后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正确姿势：把「迭代」的决策依据落成证据（Trace/Eval），而不是凭经验拍板。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复盘：资产沉淀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同一个坑不踩第二次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考核问答：目标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2A9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三道面试级追问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课程第06讲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企业级AI 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Q1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「目标」的运行机制分三步：输入契约校验 → 核心转换执行 → 结果验证与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Q2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取舍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正确姿势：为「目标」设置显式预算与停止条件，宁可慢一点，不可失控。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2A9D8F"/>
                  </a:solidFill>
                  <a:latin typeface="Arial"/>
                  <a:ea typeface="Microsoft YaHei"/>
                  <a:cs typeface="Arial"/>
                </a:rPr>
                <a:t>Q3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46B4A"/>
                  </a:solidFill>
                  <a:latin typeface="Arial"/>
                  <a:ea typeface="Microsoft YaHei"/>
                  <a:cs typeface="Arial"/>
                </a:rPr>
                <a:t>治理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治理视角：经验、流程、制度外置为基础设施才是器。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146B4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追问到第三层才见真功夫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146B4A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146B4A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 AI Coding 之道：以人为本的生产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2A9D8F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2F8F4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以 DataAgent 的 AutonomyBudget 与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第06讲 · 企业级AI Coding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2F8F4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