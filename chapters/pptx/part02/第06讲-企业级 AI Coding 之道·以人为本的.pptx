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4ba978f385081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a43c133332aeffa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之道：以人为本的生产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能解释目标的机制；2) 能对比质量来源的取舍；3)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之道：以人为本的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核心概念：对比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个人级的三个关键要点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质量来源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完成任务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质量来源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优化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省 Token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目标：完成任务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质量来源：Prompt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旧观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新观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Prompt 决定质量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工程系统决定质量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节省 Token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优化总成本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一次完成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复利资产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—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之道：以人为本的生产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以 DataAgent 的 AutonomyBudget 与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第06讲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