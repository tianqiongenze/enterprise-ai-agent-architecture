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06 企业级 AI Coding 之道：以人为本的生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第二篇（企业级 AI Coding 的道法术器） · 教学讲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第06讲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核心概念：对比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个人级的三个关键要点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目标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完成任务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质量来源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Prompt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目标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完成任务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质量来源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Prompt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优化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省 Token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机制与流程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三步走：理解→实现→验证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目标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完成任务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质量来源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Prompt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优化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省 Token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代码落点：docs/01-SDD规格说明书.md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候选方案与取舍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证据驱动的架构选型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旧观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新观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Prompt 决定质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工程系统决定质量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节省 Token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优化总成本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一次完成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复利资产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候选方案 × 取舍矩阵决定架构决策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 企业级 AI Coding 之道：以人为本的生产观、角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以 DataAgent 的 AutonomyBudget 与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第06讲 · 第二篇（企业级 AI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