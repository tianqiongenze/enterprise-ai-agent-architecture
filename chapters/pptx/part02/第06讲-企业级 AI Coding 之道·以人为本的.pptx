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09880049256292c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45c3ff070007d88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89ac3ed3d72ddd2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9844ec100c818c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1938f9037aa56fb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7045e2aeac434f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e3f8cd35b752c4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efd281240a255e0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c7d9a0483219d76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44e279b0be3d0c7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之道：以人为本的生产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能解释目标的机制；2) 能对比质量来源的取舍；3)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之道：以人为本的生产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概念详解：目标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「目标」指完成任务。在企业级语境下，它同时约束接口契约、生命周期与治理边界，而不只是一个名词。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把目标讲透：是什么、不是什么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「目标」指完成任务。在企业级语境下，它同时约束接口契约、生命周期与治理边界，而不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个人级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个人级维度：完成任务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企业级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企业级维度：可交付资产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图：目标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正确姿势：先定义「目标」的契约与不变量，再谈实现；所有旁路都必须被审计。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常见误用：把「目标」当成一次性胶水代码，没有版本、没有度量、没有回滚路径。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目标）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把「目标」落到业务：先小流量灰度验证效果与成本，再逐步放开租户范围。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「目标」典型故障：静默失败—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Prompt 决定质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工程系统决定质量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「目标」的选型以证据与约束为准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概念详解：质量来源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对「质量来源」的正确定位是：Prompt；它是可观测、可治理、可演进的稳定工程对象。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把质量来源讲透：是什么、不是什么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对「质量来源」的正确定位是：Prompt；它是可观测、可治理、可演进的稳定工程对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个人级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个人级维度：Prompt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企业级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企业级维度：工程系统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从数据流看「质量来源」：上游产出受控载荷，经 DataAgent 中的实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图：质量来源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正确姿势：把「质量来源」的决策依据落成证据（Trace/Eval），而不是凭经验拍板。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常见误用：用相关性绕过「质量来源」的硬性过滤，短期省事，长期必然越权或漂移。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质量来源）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「质量来源」的应用入口在本课程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「质量来源」典型故障：成本失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节省 Token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优化总成本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「质量来源」的选型以证据与约束为准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「质量来源」优化一：把人工经验固化为资产（规则/Skill/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「质量来源」优化二：建立基线对照（关闭/盲选/受控三组）证明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概念详解：优化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「优化」的本质是省 Token。理解它的关键是分清模型能做的与系统必须兜底的。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把优化讲透：是什么、不是什么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「优化」的本质是省 Token。理解它的关键是分清模型能做的与系统必须兜底的。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个人级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个人级维度：省 Token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企业级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企业级维度：优化总交付成本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图：优化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正确姿势：为「优化」设置显式预算与停止条件，宁可慢一点，不可失控。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里验证「优化」的正常路径，故障注入一跑就现出原形。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优化）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上线「优化」前自检三问：失败会怎样？谁能审计？回滚要多久？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「优化」典型故障：上下文漂移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一次完成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复利资产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「优化」的选型以证据与约束为准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概念详解：迭代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把「迭代」当工程对象看：一次性。它有明确的输入契约、失败语义与度量口径。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把迭代讲透：是什么、不是什么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把「迭代」当工程对象看：一次性。它有明确的输入契约、失败语义与度量口径。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个人级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个人级维度：一次性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企业级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企业级维度：复利资产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「迭代」之所以可靠，是因为它把不确定性关进笼子：预算、超时、重试、审计四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图：迭代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正确姿势：先定义「迭代」的契约与不变量，再谈实现；所有旁路都必须被审计。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常见误用：把「迭代」当成一次性胶水代码，没有版本、没有度量、没有回滚路径。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迭代）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把「迭代」落到业务：先小流量灰度验证效果与成本，再逐步放开租户范围。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「迭代」典型故障：静默失败—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追求全自动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风险适配自动化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「迭代」的选型以证据与约束为准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「迭代」优化一：把人工经验固化为资产（规则/Skill/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「迭代」优化二：建立基线对照（关闭/盲选/受控三组）证明增量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核心：目标、质量来源、优化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延伸阅读：从个人效率到团队生产效能的观测升级。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目标的定义与边界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常见误用：把「目标」当成一次性胶水代码，没有版本、没有度量、没有回滚路径。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正确姿势：把「目标」的决策依据落成证据（Trace/Eval），而不是凭经验拍板。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常见误用：把「质量来源」当成一次性胶水代码，没有版本、没有度量、没有回滚路径。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正确姿势：把「质量来源」的决策依据落成证据（Trace/Eval），而不是凭经验拍板。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常见误用：把「优化」当成一次性胶水代码，没有版本、没有度量、没有回滚路径。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正确姿势：把「优化」的决策依据落成证据（Trace/Eval），而不是凭经验拍板。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常见误用：把「迭代」当成一次性胶水代码，没有版本、没有度量、没有回滚路径。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正确姿势：把「迭代」的决策依据落成证据（Trace/Eval），而不是凭经验拍板。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正确姿势：为「目标」设置显式预算与停止条件，宁可慢一点，不可失控。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「质量来源」的运行机制分三步：输入契约校验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正确姿势：为「质量来源」设置显式预算与停止条件，宁可慢一点，不可失控。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正确姿势：为「优化」设置显式预算与停止条件，宁可慢一点，不可失控。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「迭代」的运行机制分三步：输入契约校验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正确姿势：为「迭代」设置显式预算与停止条件，宁可慢一点，不可失控。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经营分析中需要目标能力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案例研究：质量来源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经营分析中需要质量来源能力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「质量来源」的应用入口在本课程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案例研究：优化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经营分析中需要优化能力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「优化」的应用入口在本课程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案例研究：迭代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经营分析中需要迭代能力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「迭代」的应用入口在本课程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把「目标」落到业务：先小流量灰度验证效果与成本，再逐步放开租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之道：以人为本的生产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 DataAgent 的 AutonomyBudget 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