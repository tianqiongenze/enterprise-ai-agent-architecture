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24d31c794c63b9d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dffc009bdf74486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第36讲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能解释Outcome的机制；2) 能对比Trajectory的取舍；3) 能跑通 eval_ops.py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评测对象的三个关键要点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Outcome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最终答案质量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Trajecto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执行过程/路径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Outcome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最终答案质量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Trajectory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执行过程/路径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System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成本/延迟/安全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Outcome：最终答案质量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Trajecto：执行过程/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代码：eval_ops.py · dataagent/infra/metrics/eval_ops.py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最终答案质量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Trajectory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执行过程/路径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eval_ops.py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定义 DataAgent 的三层 Eval Contract，并给出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从'看起来不错'到质量契约：定义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定义 DataAgent 的三层 Eval Contract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第36讲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