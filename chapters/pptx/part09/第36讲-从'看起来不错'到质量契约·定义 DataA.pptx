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36 从'看起来不错'到质量契约：定义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第九篇（Agent 评测与受控进化篇）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第36讲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评测对象的三个关键要点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Outcome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最终答案质量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Trajectory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执行过程/路径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Outcome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最终答案质量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Trajectory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执行过程/路径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System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成本/延迟/安全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Outcome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最终答案质量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Trajecto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执行过程/路径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System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成本/延迟/安全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代码落点：dataagent/infra/metrics/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最终答案质量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Trajectory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执行过程/路径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定义 DataAgent 的三层 Eval Contract，并给出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 从'看起来不错'到质量契约：定义 DataAgent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定义 DataAgent 的三层 Eval Contract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第36讲 · 第九篇（Agent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