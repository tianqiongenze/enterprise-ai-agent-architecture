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622c737e4de2800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0465560c1ea3028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0760feedd8516c8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376b6db82ca6ae7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2d3a3a4b76020d0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a25643de3911972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d5bac804c5b0a46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796452d42e76191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5b53f3bf45710e3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c06473443cd9cfc.png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51574c361319c98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第36讲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能解释Outcome的机制；2) 能对比Trajectory的取舍；3) 能跑通 eval_ops.py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概念详解：Outcome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「Outcome」指最终答案质量。在企业级语境下，它同时约束接口契约、生命周期与治理边界，而不只是一个名词。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把Outcome讲透：是什么、不是什么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「Outcome」指最终答案质量。在企业级语境下，它同时约束接口契约、生命周期与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评测对象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评测对象维度：最终答案质量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要点维度：最终答案质量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「Outcome」的运行机制分三步：输入契约校验 → 核心转换执行 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图：Outcome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正确姿势：先定义「Outcome」的契约与不变量，再谈实现；所有旁路都必须被审计。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常见误用：把「Outcome」当成一次性胶水代码，没有版本、没有度量、没有回滚路径。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契约（概念1 Outcome）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实现（概念1 Outcome）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把「Outcome」落到业务：先小流量灰度验证效果与成本，再逐步放开租户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「Outcome」典型故障：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「Outcome」的选型以证据与约束为准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概念详解：Trajectory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对「Trajectory」的正确定位是：执行过程/路径；它是可观测、可治理、可演进的稳定工程对象。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把Trajectory讲透：是什么、不是什么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对「Trajectory」的正确定位是：执行过程/路径；它是可观测、可治理、可演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评测对象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评测对象维度：执行过程/路径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要点维度：执行过程/路径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从数据流看「Trajectory」：上游产出受控载荷，经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图：Trajectory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正确姿势：把「Trajectory」的决策依据落成证据（Trace/Eval），而不是凭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常见误用：用相关性绕过「Trajectory」的硬性过滤，短期省事，长期必然越权或漂移。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契约（概念2 Trajectory）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实现（概念2 Trajectory）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「Trajectory」的应用入口在本课程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「Trajectory」典型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「Trajectory」的选型以证据与约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「Trajectory」优化一：把人工经验固化为资产（规则/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「Trajectory」优化二：建立基线对照（关闭/盲选/受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概念详解：System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「System」的本质是成本/延迟/安全。理解它的关键是分清模型能做的与系统必须兜底的。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把System讲透：是什么、不是什么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「System」的本质是成本/延迟/安全。理解它的关键是分清模型能做的与系统必须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评测对象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评测对象维度：成本/延迟/安全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要点维度：成本/延迟/安全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「System」的机制核心是解耦：策略与执行分离、状态与过程分离、权限与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图：System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正确姿势：为「System」设置显式预算与停止条件，宁可慢一点，不可失控。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里验证「System」的正常路径，故障注入一跑就现出原形。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契约（概念3 System）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实现（概念3 System）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上线「System」前自检三问：失败会怎样？谁能审计？回滚要多久？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「System」典型故障：上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「System」的选型以证据与约束为准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核心：Outcom、Trajec、System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延伸阅读：Outcome/Trajectory/System 三层评测与版本元组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Outcome的定义与边界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eval_ops.py 对应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常见误用：把「Outcome」当成一次性胶水代码，没有版本、没有度量、没有回滚路径。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正确姿势：把「Outcome」的决策依据落成证据（Trace/Eval），而不是凭经验拍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常见误用：把「Trajectory」当成一次性胶水代码，没有版本、没有度量、没有回滚路径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正确姿势：把「Trajectory」的决策依据落成证据（Trace/Eval），而不是凭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常见误用：把「System」当成一次性胶水代码，没有版本、没有度量、没有回滚路径。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正确姿势：把「System」的决策依据落成证据（Trace/Eval），而不是凭经验拍板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「Outcome」的运行机制分三步：输入契约校验 → 核心转换执行 →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正确姿势：为「Outcome」设置显式预算与停止条件，宁可慢一点，不可失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「Trajectory」的运行机制分三步：输入契约校验 → 核心转换执行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正确姿势：为「Trajectory」设置显式预算与停止条件，宁可慢一点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「System」的运行机制分三步：输入契约校验 → 核心转换执行 → 结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正确姿势：为「System」设置显式预算与停止条件，宁可慢一点，不可失控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经营分析中需要Outcome能力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「Outcome」的应用入口在本课程 DataAgent：跑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经营分析中需要Trajectory能力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「Trajectory」的应用入口在本课程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经营分析中需要System能力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「System」的应用入口在本课程 DataAgent：跑通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把「Outcome」落到业务：先小流量灰度验证效果与成本，再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「Outcome」的机制核心是解耦：策略与执行分离、状态与过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把「Trajectory」落到业务：先小流量灰度验证效果与成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「Trajectory」的机制核心是解耦：策略与执行分离、状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把「System」落到业务：先小流量灰度验证效果与成本，再逐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「System」的机制核心是解耦：策略与执行分离、状态与过程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同篇讲次导览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相邻讲次与本讲的关联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讲次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主题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关联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37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从样例集合到可复现基准：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机制互补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36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从'看起来不错'到质量契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本讲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前后讲次接口互相印证，形成体系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定义 DataAgent 的三层 Eval Contract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第36讲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