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37 从样例集合到可复现基准：构建不会欺骗自己的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第九篇（Agent 评测与受控进化篇）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核心概念：资产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作用的三个关键要点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Task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覆盖生产长尾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Eval Case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开放任务验收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Task Taxonomy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覆盖生产长尾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Eval Case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开放任务验收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Fixture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环境快照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Task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覆盖生产长尾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Eval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开放任务验收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Fixture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环境快照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代码落点：dataagent/infra/metrics/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资产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覆盖生产长尾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Eval Case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开放任务验收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给 DataAgent 设计 5 个不具唯一标准答案的开放 Case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 从样例集合到可复现基准：构建不会欺骗自己的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设计 5 个不具唯一标准答案的开放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第37讲 · 第九篇（Agent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