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eb0e094da5a6564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ce774f1de325627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65F4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从样例集合到可复现基准：构建不会欺骗自己的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评测与进化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10B98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第37讲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A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能解释Task的机制；2) 能对比Eval Case的取舍；3)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从样例集合到可复现基准：构建不会欺骗自己的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65F4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核心概念：资产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作用的三个关键要点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Task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覆盖生产长尾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Eval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开放任务验收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A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Task Taxonomy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覆盖生产长尾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A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Eval Case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开放任务验收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0FA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Fixture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环境快照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65F4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A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Task：覆盖生产长尾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Eval：开放任务验收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A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65F4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0FA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0FA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代码：见讲义与 dataagent/ 仓库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65F4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课程第37讲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资产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覆盖生产长尾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Eval Case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开放任务验收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65F4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 仓库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65F4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给 DataAgent 设计 5 个不具唯一标准答案的开放 Case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65F4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65F4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从样例集合到可复现基准：构建不会欺骗自己的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10B98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0FA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给 DataAgent 设计 5 个不具唯一标准答案的开放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第37讲 · 评测与进化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0FA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