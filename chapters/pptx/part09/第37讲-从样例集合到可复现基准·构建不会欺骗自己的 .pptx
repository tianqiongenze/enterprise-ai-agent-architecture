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6a852caf7b1f871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a2c6ddcf16b6813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a57d72b9c4ec737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85f2a62bb28d593.png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45808abf42ed2a7.png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79d1798252ac09c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c02c5508e827f8e.png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48c440a80a0dd56.png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87d8d7da86f2e0e.png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0b44fd0c2ac559c.png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a4e72281eee0010.png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bd7546af244008d.png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76edfc081ee6bad.png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3557fe95897346e.png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65F46"/>
                </a:solidFill>
                <a:latin typeface="Arial"/>
                <a:ea typeface="Microsoft YaHei"/>
                <a:cs typeface="Arial"/>
              </a:rPr>
              <a:t>从样例集合到可复现基准：构建不会欺骗自己的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评测与进化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10B98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第37讲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AF5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0FAF5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0FAF5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8E8DA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8E8DA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能解释Task的机制；2) 能对比Eval Case的取舍；3) 能跑通 eval_ops.py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从样例集合到可复现基准：构建不会欺骗自己的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概念详解：Task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「Task Taxonomy」指覆盖生产长尾。在企业级语境下，它同时约束接口契约、生命周期与治理边界，而不只是一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从样例集合到可复现基准：构建不会欺骗自己的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定义与内涵：Task Taxonomy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把Task Taxonomy讲透：是什么、不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「Task Taxonomy」指覆盖生产长尾。在企业级语境下，它同时约束接口契约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作用维度：覆盖生产长尾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要点维度：覆盖生产长尾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机制图解：Task Taxonomy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「Task Taxonomy」的运行机制分三步：输入契约校验 → 核心转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图：Task Taxonomy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深入原理：Task Taxonomy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正确姿势：先定义「Task Taxonomy」的契约与不变量，再谈实现；所有旁路都必须被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常见误用：把「Task Taxonomy」当成一次性胶水代码，没有版本、没有度量、没有回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代码契约：Task Taxonomy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契约（概念1 Task Taxonomy）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代码实现：Task Taxonomy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实现（概念1 Task Taxonomy）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应用实践：Task Taxonomy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把「Task Taxonomy」落到业务：先小流量灰度验证效果与成本，再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陷阱与排查：Task Taxonomy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「Task Taxonomy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工程决策：Task Taxonomy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「Task Taxonomy」的选型以证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优化拓展：Task Taxonomy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「Task Taxonomy」优化一：把人工经验固化为资产（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「Task Taxonomy」优化二：建立基线对照（关闭/盲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概念详解：Eval Case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对「Eval Case」的正确定位是：开放任务验收；它是可观测、可治理、可演进的稳定工程对象。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从样例集合到可复现基准：构建不会欺骗自己的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定义与内涵：Eval Case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把Eval Case讲透：是什么、不是什么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对「Eval Case」的正确定位是：开放任务验收；它是可观测、可治理、可演进的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作用维度：开放任务验收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要点维度：开放任务验收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机制图解：Eval Case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从数据流看「Eval Case」：上游产出受控载荷，经 eval_ops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图：Eval Case 的机制与数据流（cycle 视角）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深入原理：Eval Case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正确姿势：把「Eval Case」的决策依据落成证据（Trace/Eval），而不是凭经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常见误用：用相关性绕过「Eval Case」的硬性过滤，短期省事，长期必然越权或漂移。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代码契约：Eval Case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契约（概念2 Eval Case）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代码实现：Eval Case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实现（概念2 Eval Case）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应用实践：Eval Case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「Eval Case」的应用入口在本课程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陷阱与排查：Eval Case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「Eval Case」典型故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工程决策：Eval Case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「Eval Case」的选型以证据与约束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优化拓展：Eval Case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「Eval Case」优化一：把人工经验固化为资产（规则/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「Eval Case」优化二：建立基线对照（关闭/盲选/受控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概念详解：Fixture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「Fixture」的本质是环境快照。理解它的关键是分清模型能做的与系统必须兜底的。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从样例集合到可复现基准：构建不会欺骗自己的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定义与内涵：Fixture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把Fixture讲透：是什么、不是什么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「Fixture」的本质是环境快照。理解它的关键是分清模型能做的与系统必须兜底的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作用维度：环境快照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要点维度：环境快照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机制图解：Fixture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「Fixture」的机制核心是解耦：策略与执行分离、状态与过程分离、权限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图：Fixture 的机制与数据流（layers 视角）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深入原理：Fixture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正确姿势：为「Fixture」设置显式预算与停止条件，宁可慢一点，不可失控。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里验证「Fixture」的正常路径，故障注入一跑就现出原形。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代码契约：Fixture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契约（概念3 Fixture）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代码实现：Fixture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实现（概念3 Fixture）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应用实践：Fixture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上线「Fixture」前自检三问：失败会怎样？谁能审计？回滚要多久？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陷阱与排查：Fixture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「Fixture」典型故障：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工程决策：Fixture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「Fixture」的选型以证据与约束为准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优化拓展：Fixture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「Fixture」优化一：把人工经验固化为资产（规则/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「Fixture」优化二：建立基线对照（关闭/盲选/受控三组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概念详解：版本元组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把「版本元组」当工程对象看：结果归因。它有明确的输入契约、失败语义与度量口径。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从样例集合到可复现基准：构建不会欺骗自己的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把版本元组讲透：是什么、不是什么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把「版本元组」当工程对象看：结果归因。它有明确的输入契约、失败语义与度量口径。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作用维度：结果归因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要点维度：结果归因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「版本元组」之所以可靠，是因为它把不确定性关进笼子：预算、超时、重试、审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图：版本元组 的机制与数据流（hub 视角）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正确姿势：先定义「版本元组」的契约与不变量，再谈实现；所有旁路都必须被审计。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常见误用：把「版本元组」当成一次性胶水代码，没有版本、没有度量、没有回滚路径。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契约（概念4 版本元组）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实现（概念4 版本元组）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把「版本元组」落到业务：先小流量灰度验证效果与成本，再逐步放开租户范围。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「版本元组」典型故障：静默失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「版本元组」的选型以证据与约束为准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「版本元组」优化一：把人工经验固化为资产（规则/Skill/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「版本元组」优化二：建立基线对照（关闭/盲选/受控三组）证明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核心：Task、Eval、Fixtur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从样例集合到可复现基准：构建不会欺骗自己的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从样例集合到可复现基准：构建不会欺骗自己的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延伸阅读：Outcome/Trajectory/System 三层评测与版本元组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从样例集合到可复现基准：构建不会欺骗自己的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从样例集合到可复现基准：构建不会欺骗自己的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Task的定义与边界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eval_ops.py 对应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反模式对照：Task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常见误用：把「Task」当成一次性胶水代码，没有版本、没有度量、没有回滚路径。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正确姿势：把「Task」的决策依据落成证据（Trace/Eval），而不是凭经验拍板。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反模式对照：Eval Case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常见误用：把「Eval Case」当成一次性胶水代码，没有版本、没有度量、没有回滚路径。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正确姿势：把「Eval Case」的决策依据落成证据（Trace/Eval），而不是凭经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反模式对照：Fixture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常见误用：把「Fixture」当成一次性胶水代码，没有版本、没有度量、没有回滚路径。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正确姿势：把「Fixture」的决策依据落成证据（Trace/Eval），而不是凭经验拍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常见误用：把「版本元组」当成一次性胶水代码，没有版本、没有度量、没有回滚路径。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正确姿势：把「版本元组」的决策依据落成证据（Trace/Eval），而不是凭经验拍板。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考核问答：Task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「Task」的运行机制分三步：输入契约校验 → 核心转换执行 → 结果验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正确姿势：为「Task」设置显式预算与停止条件，宁可慢一点，不可失控。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考核问答：Eval Case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「Eval Case」的运行机制分三步：输入契约校验 → 核心转换执行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正确姿势：为「Eval Case」设置显式预算与停止条件，宁可慢一点，不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考核问答：Fixture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「Fixture」的运行机制分三步：输入契约校验 → 核心转换执行 →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正确姿势：为「Fixture」设置显式预算与停止条件，宁可慢一点，不可失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「版本元组」的运行机制分三步：输入契约校验 → 核心转换执行 → 结果验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正确姿势：为「版本元组」设置显式预算与停止条件，宁可慢一点，不可失控。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案例研究：Task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DataAgent 里的真实应用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经营分析中需要Task能力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方案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「Task」的应用入口在本课程 DataAgent：跑通对应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结果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实测通过故障注入与回归门禁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65F4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从样例集合到可复现基准：构建不会欺骗自己的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10B98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0FAF5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给 DataAgent 设计 5 个不具唯一标准答案的开放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第37讲 · 评测与进化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AF5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