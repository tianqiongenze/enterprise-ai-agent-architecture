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e8d75a014d7c3f4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0ab53f2f99ab754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590a3f597d8312b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c606964bb69a06b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0dd7524f9e8db51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d6a1d8a7fad81bb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d0cb1370d6ac53a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e51469623fc6123.png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9e41b8e10f786ad.png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477a28a06d87123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9fdae542927a30a.png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4e25bdb46bf3d5f.png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从离线提升到安全发布：建立 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第40讲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能解释版本元组的机制；2) 能对比CI Gate的取舍；3)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 Regression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概念详解：版本元组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「版本元组」指公平比较。在企业级语境下，它同时约束接口契约、生命周期与治理边界，而不只是一个名词。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把版本元组讲透：是什么、不是什么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「版本元组」指公平比较。在企业级语境下，它同时约束接口契约、生命周期与治理边界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作用维度：公平比较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要点维度：公平比较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图：版本元组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正确姿势：先定义「版本元组」的契约与不变量，再谈实现；所有旁路都必须被审计。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常见误用：把「版本元组」当成一次性胶水代码，没有版本、没有度量、没有回滚路径。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版本元组）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把「版本元组」落到业务：先小流量灰度验证效果与成本，再逐步放开租户范围。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「版本元组」典型故障：静默失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「版本元组」的选型以证据与约束为准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概念详解：CI Gate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对「CI Gate」的正确定位是：拦截退化；它是可观测、可治理、可演进的稳定工程对象。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把CI Gate讲透：是什么、不是什么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对「CI Gate」的正确定位是：拦截退化；它是可观测、可治理、可演进的稳定工程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作用维度：拦截退化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要点维度：拦截退化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从数据流看「CI Gate」：上游产出受控载荷，经 DataAgent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图：CI Gate 的机制与数据流（cycle 视角）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正确姿势：把「CI Gate」的决策依据落成证据（Trace/Eval），而不是凭经验拍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常见误用：用相关性绕过「CI Gate」的硬性过滤，短期省事，长期必然越权或漂移。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CI Gate）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「CI Gate」的应用入口在本课程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「CI Gate」典型故障：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「CI Gate」的选型以证据与约束为准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「CI Gate」优化一：把人工经验固化为资产（规则/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「CI Gate」优化二：建立基线对照（关闭/盲选/受控三组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概念详解：Canary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「Canary」的本质是灰度验证。理解它的关键是分清模型能做的与系统必须兜底的。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把Canary讲透：是什么、不是什么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「Canary」的本质是灰度验证。理解它的关键是分清模型能做的与系统必须兜底的。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作用维度：灰度验证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要点维度：灰度验证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「Canary」的机制核心是解耦：策略与执行分离、状态与过程分离、权限与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图：Canary 的机制与数据流（layers 视角）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正确姿势：为「Canary」设置显式预算与停止条件，宁可慢一点，不可失控。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里验证「Canary」的正常路径，故障注入一跑就现出原形。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Canary）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上线「Canary」前自检三问：失败会怎样？谁能审计？回滚要多久？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「Canary」典型故障：上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「Canary」的选型以证据与约束为准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「Canary」优化一：把人工经验固化为资产（规则/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「Canary」优化二：建立基线对照（关闭/盲选/受控三组）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概念详解：Kill Switch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把「Kill Switch」当工程对象看：快速止血。它有明确的输入契约、失败语义与度量口径。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把Kill Switch讲透：是什么、不是什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把「Kill Switch」当工程对象看：快速止血。它有明确的输入契约、失败语义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作用维度：快速止血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要点维度：快速止血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「Kill Switch」之所以可靠，是因为它把不确定性关进笼子：预算、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图：Kill Switch 的机制与数据流（hub 视角）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正确姿势：先定义「Kill Switch」的契约与不变量，再谈实现；所有旁路都必须被审计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常见误用：把「Kill Switch」当成一次性胶水代码，没有版本、没有度量、没有回滚路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Kill Switch）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把「Kill Switch」落到业务：先小流量灰度验证效果与成本，再逐步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「Kill Switch」典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「Kill Switch」的选型以证据与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「Kill Switch」优化一：把人工经验固化为资产（规则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「Kill Switch」优化二：建立基线对照（关闭/盲选/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概念详解：回滚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「回滚」指恢复完整 Agent。在企业级语境下，它同时约束接口契约、生命周期与治理边界，而不只是一个名词。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把回滚讲透：是什么、不是什么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「回滚」指恢复完整 Agent。在企业级语境下，它同时约束接口契约、生命周期与治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作用维度：恢复完整 Agent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要点维度：恢复完整 Agent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「回滚」的运行机制分三步：输入契约校验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图：回滚 的机制与数据流（flow_v 视角）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正确姿势：把「回滚」的决策依据落成证据（Trace/Eval），而不是凭经验拍板。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常见误用：用相关性绕过「回滚」的硬性过滤，短期省事，长期必然越权或漂移。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讲义（概念5 回滚）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「回滚」的应用入口在本课程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「回滚」典型故障：成本失控—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「回滚」的选型以证据与约束为准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「回滚」优化一：把人工经验固化为资产（规则/Skill/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「回滚」优化二：建立基线对照（关闭/盲选/受控三组）证明增量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核心：版本元组、CI、Canary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延伸阅读：Outcome/Trajectory/System 三层评测与版本元组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版本元组的定义与边界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DataAgent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从离线提升到安全发布：建立 Regression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A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模拟一次候选版本触发回归门禁阻断，修复后重新通过，体验受控进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第40讲 · 评测与进化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