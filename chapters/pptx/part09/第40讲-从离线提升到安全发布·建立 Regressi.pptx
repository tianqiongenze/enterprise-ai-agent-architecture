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c111fd3e99f5333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d3d91cdf281d73c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从离线提升到安全发布：建立 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能解释版本元组的机制；2) 能对比CI Gate的取舍；3)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核心概念：机制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版本元组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公平比较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CI Gate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拦截退化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版本元组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公平比较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CI Gate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拦截退化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Canary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版本元组：公平比较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CI Gate：拦截退化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公平比较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CI Gate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拦截退化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模拟一次候选版本触发回归门禁阻断，修复后重新通过，体验受控进化闭环。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从离线提升到安全发布：建立 Regression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模拟一次候选版本触发回归门禁阻断，修复后重新通过，体验受控进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第40讲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