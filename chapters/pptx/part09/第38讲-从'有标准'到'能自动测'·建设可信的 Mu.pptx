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9066607c274c3a3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fa408435188a26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能解释Code的机制；2) 能对比Environmen的取舍；3)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核心概念：Grader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判断的三个关键要点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Code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环境真实结果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Environm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状态断言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Code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环境真实结果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Environment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状态断言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Trace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执行轨迹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Code：环境真实结果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Environm：状态断言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Grader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环境真实结果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Environment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状态断言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增加一个 Trace Grader，校验执行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Trace Grader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