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e5a5fd666b47ebe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d420fba0ad358a7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75d68224e38a755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9f2b187710a5389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d495862378a75cc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0fb578832c6805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5580c68b2c9bc0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7f9b9281f6152b7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ac24f8a2989afe6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f60cc8b537fece8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7a79dffe56fd2b0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4a559fbdb4e520c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252106429a0a181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2f012c04d887cdd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能解释Code的机制；2) 能对比Environmen的取舍；3) 能跑通 eval_ops.py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概念详解：Code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「Code」指环境真实结果。在企业级语境下，它同时约束接口契约、生命周期与治理边界，而不只是一个名词。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把Code讲透：是什么、不是什么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「Code」指环境真实结果。在企业级语境下，它同时约束接口契约、生命周期与治理边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判断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判断维度：环境真实结果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要点维度：环境真实结果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图：Code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正确姿势：先定义「Code」的契约与不变量，再谈实现；所有旁路都必须被审计。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常见误用：把「Code」当成一次性胶水代码，没有版本、没有度量、没有回滚路径。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契约（概念1 Code）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实现（概念1 Code）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把「Code」落到业务：先小流量灰度验证效果与成本，再逐步放开租户范围。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「Code」典型故障：静默失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「Code」的选型以证据与约束为准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「Code」优化二：建立基线对照（关闭/盲选/受控三组）证明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概念详解：Environment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对「Environment」的正确定位是：状态断言；它是可观测、可治理、可演进的稳定工程对象。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把Environment讲透：是什么、不是什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对「Environment」的正确定位是：状态断言；它是可观测、可治理、可演进的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判断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判断维度：状态断言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要点维度：状态断言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从数据流看「Environment」：上游产出受控载荷，经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图：Environment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正确姿势：把「Environment」的决策依据落成证据（Trace/Eval），而不是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常见误用：用相关性绕过「Environment」的硬性过滤，短期省事，长期必然越权或漂移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契约（概念2 Environment）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实现（概念2 Environment）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「Environment」的应用入口在本课程 DataAgent：跑通对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「Environment」典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「Environment」的选型以证据与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优化拓展：Environment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「Environment」优化一：把人工经验固化为资产（规则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「Environment」优化二：建立基线对照（关闭/盲选/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概念详解：Trace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「Trace」的本质是执行轨迹。理解它的关键是分清模型能做的与系统必须兜底的。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把Trace讲透：是什么、不是什么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「Trace」的本质是执行轨迹。理解它的关键是分清模型能做的与系统必须兜底的。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判断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判断维度：执行轨迹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要点维度：执行轨迹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「Trace」的机制核心是解耦：策略与执行分离、状态与过程分离、权限与相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图：Trace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正确姿势：为「Trace」设置显式预算与停止条件，宁可慢一点，不可失控。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里验证「Trace」的正常路径，故障注入一跑就现出原形。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契约（概念3 Trace）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实现（概念3 Trace）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上线「Trace」前自检三问：失败会怎样？谁能审计？回滚要多久？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「Trace」典型故障：上下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「Trace」的选型以证据与约束为准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概念详解：LLM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把「LLM」当工程对象看：开放质量。它有明确的输入契约、失败语义与度量口径。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把LLM讲透：是什么、不是什么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把「LLM」当工程对象看：开放质量。它有明确的输入契约、失败语义与度量口径。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判断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判断维度：开放质量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要点维度：开放质量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「LLM」之所以可靠，是因为它把不确定性关进笼子：预算、超时、重试、审计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图：LLM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正确姿势：先定义「LLM」的契约与不变量，再谈实现；所有旁路都必须被审计。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常见误用：把「LLM」当成一次性胶水代码，没有版本、没有度量、没有回滚路径。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契约（概念4 LLM）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实现（概念4 LLM）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把「LLM」落到业务：先小流量灰度验证效果与成本，再逐步放开租户范围。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「LLM」典型故障：静默失败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「LLM」的选型以证据与约束为准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优化拓展：LLM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「LLM」优化一：把人工经验固化为资产（规则/Skill/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「LLM」优化二：建立基线对照（关闭/盲选/受控三组）证明增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核心：Code、Enviro、Trace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Code的定义与边界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eval_ops.py 对应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常见误用：把「Code」当成一次性胶水代码，没有版本、没有度量、没有回滚路径。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正确姿势：把「Code」的决策依据落成证据（Trace/Eval），而不是凭经验拍板。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从'有标准'到'能自动测'：建设可信的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增加一个 Trace Grader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第38讲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