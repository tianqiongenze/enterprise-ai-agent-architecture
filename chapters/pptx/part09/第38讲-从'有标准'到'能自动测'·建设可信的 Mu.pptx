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38 从'有标准'到'能自动测'：建设可信的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第九篇（Agent 评测与受控进化篇）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第38讲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核心概念：Grader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判断的三个关键要点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Code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环境真实结果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Environment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状态断言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Code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环境真实结果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Environment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状态断言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执行轨迹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Code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环境真实结果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Environm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状态断言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执行轨迹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代码落点：dataagent/infra/metrics/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Grader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环境真实结果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Environment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状态断言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增加一个 Trace Grader，校验执行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 从'有标准'到'能自动测'：建设可信的 Multi-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增加一个 Trace Grader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第38讲 · 第九篇（Agent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