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ea2631bbbf0927e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3b65451a7175abb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从'分数下降'到'根因被证明'：用 Trace、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能解释Trace的机制；2) 能对比Taxonomy的取舍；3)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核心概念：方法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Trace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关联到失败步骤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Taxonomy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失败分类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Trace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关联到失败步骤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Taxonomy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失败分类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Replay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可控重放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Trace：关联到失败步骤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Taxonomy：失败分类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关联到失败步骤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Taxonomy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失败分类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复现一次'分数下降'，用 Replay+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从'分数下降'到'根因被证明'：用 Trace、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复现一次'分数下降'，用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第39讲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