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39 从'分数下降'到'根因被证明'：用 Trace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第九篇（Agent 评测与受控进化篇）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第39讲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核心概念：方法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作用的三个关键要点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关联到失败步骤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Taxonomy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失败分类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关联到失败步骤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Taxonomy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失败分类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Replay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可控重放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关联到失败步骤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Taxonomy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失败分类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Replay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可控重放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代码落点：dataagent/infra/metrics +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关联到失败步骤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Taxonomy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失败分类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复现一次'分数下降'，用 Replay+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 从'分数下降'到'根因被证明'：用 Trace、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复现一次'分数下降'，用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第39讲 · 第九篇（Agent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