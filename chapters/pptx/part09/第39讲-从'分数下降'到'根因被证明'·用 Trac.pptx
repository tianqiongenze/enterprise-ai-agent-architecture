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09397c12c5e6ad2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c336432f3f52700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14788861275bfc5.png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5bb63453172db6c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e636dd4b37f2d97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4b43fb55f47d1aa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28e7eb4f7ff0791.png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0570722c82930ab.png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f31d49c5ba8ae8c.png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74532e54ab421ae.png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e0d3889da46c327.png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ab3de8ef3526ff3.png"/>
</Relationships>
</file>

<file path=ppt/slides/_rels/slide6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从'分数下降'到'根因被证明'：用 Trace、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第39讲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AF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AF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8D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8D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能解释Trace的机制；2) 能对比Taxonomy的取舍；3)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从'分数下降'到'根因被证明'：用 Trace、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概念详解：Trace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「Trace」指关联到失败步骤。在企业级语境下，它同时约束接口契约、生命周期与治理边界，而不只是一个名词。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从'分数下降'到'根因被证明'：用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把Trace讲透：是什么、不是什么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「Trace」指关联到失败步骤。在企业级语境下，它同时约束接口契约、生命周期与治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作用维度：关联到失败步骤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要点维度：关联到失败步骤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「Trace」的运行机制分三步：输入契约校验 → 核心转换执行 → 结果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图：Trace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正确姿势：先定义「Trace」的契约与不变量，再谈实现；所有旁路都必须被审计。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常见误用：把「Trace」当成一次性胶水代码，没有版本、没有度量、没有回滚路径。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讲义（概念1 Trace）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把「Trace」落到业务：先小流量灰度验证效果与成本，再逐步放开租户范围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「Trace」典型故障：静默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「Trace」的选型以证据与约束为准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「Trace」优化一：把人工经验固化为资产（规则/Skill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「Trace」优化二：建立基线对照（关闭/盲选/受控三组）证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概念详解：Taxonomy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对「Taxonomy」的正确定位是：失败分类；它是可观测、可治理、可演进的稳定工程对象。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从'分数下降'到'根因被证明'：用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把Taxonomy讲透：是什么、不是什么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对「Taxonomy」的正确定位是：失败分类；它是可观测、可治理、可演进的稳定工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作用维度：失败分类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要点维度：失败分类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从数据流看「Taxonomy」：上游产出受控载荷，经 DataAgent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图：Taxonomy 的机制与数据流（cycle 视角）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正确姿势：把「Taxonomy」的决策依据落成证据（Trace/Eval），而不是凭经验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常见误用：用相关性绕过「Taxonomy」的硬性过滤，短期省事，长期必然越权或漂移。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讲义（概念2 Taxonomy）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「Taxonomy」的应用入口在本课程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「Taxonomy」典型故障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「Taxonomy」的选型以证据与约束为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「Taxonomy」优化一：把人工经验固化为资产（规则/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「Taxonomy」优化二：建立基线对照（关闭/盲选/受控三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概念详解：Replay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「Replay」的本质是可控重放。理解它的关键是分清模型能做的与系统必须兜底的。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从'分数下降'到'根因被证明'：用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把Replay讲透：是什么、不是什么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「Replay」的本质是可控重放。理解它的关键是分清模型能做的与系统必须兜底的。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作用维度：可控重放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要点维度：可控重放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「Replay」的机制核心是解耦：策略与执行分离、状态与过程分离、权限与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图：Replay 的机制与数据流（layers 视角）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正确姿势：为「Replay」设置显式预算与停止条件，宁可慢一点，不可失控。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里验证「Replay」的正常路径，故障注入一跑就现出原形。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讲义（概念3 Replay）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上线「Replay」前自检三问：失败会怎样？谁能审计？回滚要多久？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「Replay」典型故障：上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「Replay」的选型以证据与约束为准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「Replay」优化一：把人工经验固化为资产（规则/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「Replay」优化二：建立基线对照（关闭/盲选/受控三组）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概念详解：Ablation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把「Ablation」当工程对象看：分层剔除实验。它有明确的输入契约、失败语义与度量口径。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从'分数下降'到'根因被证明'：用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定义与内涵：Ablation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把Ablation讲透：是什么、不是什么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把「Ablation」当工程对象看：分层剔除实验。它有明确的输入契约、失败语义与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作用维度：分层剔除实验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要点维度：分层剔除实验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机制图解：Ablation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「Ablation」之所以可靠，是因为它把不确定性关进笼子：预算、超时、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图：Ablation 的机制与数据流（hub 视角）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深入原理：Ablation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正确姿势：先定义「Ablation」的契约与不变量，再谈实现；所有旁路都必须被审计。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常见误用：把「Ablation」当成一次性胶水代码，没有版本、没有度量、没有回滚路径。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代码讲义：Ablation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讲义（概念4 Ablation）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应用实践：Ablation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把「Ablation」落到业务：先小流量灰度验证效果与成本，再逐步放开租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陷阱与排查：Ablation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「Ablation」典型故障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工程决策：Ablation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「Ablation」的选型以证据与约束为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生产化：Ablation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企业治理：Ablation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优化拓展：Ablation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「Ablation」优化一：把人工经验固化为资产（规则/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「Ablation」优化二：建立基线对照（关闭/盲选/受控三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概念详解：Regression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「Regression」指防复发。在企业级语境下，它同时约束接口契约、生命周期与治理边界，而不只是一个名词。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从'分数下降'到'根因被证明'：用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定义与内涵：Regression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把Regression讲透：是什么、不是什么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「Regression」指防复发。在企业级语境下，它同时约束接口契约、生命周期与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作用维度：防复发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要点维度：防复发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机制图解：Regression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「Regression」的运行机制分三步：输入契约校验 → 核心转换执行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图：Regression 的机制与数据流（flow_v 视角）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深入原理：Regression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正确姿势：把「Regression」的决策依据落成证据（Trace/Eval），而不是凭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常见误用：用相关性绕过「Regression」的硬性过滤，短期省事，长期必然越权或漂移。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代码讲义：Regression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讲义（概念5 Regression）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应用实践：Regression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「Regression」的应用入口在本课程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陷阱与排查：Regression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「Regression」典型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工程决策：Regression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「Regression」的选型以证据与约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生产化：Regression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企业治理：Regression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优化拓展：Regression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「Regression」优化一：把人工经验固化为资产（规则/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「Regression」优化二：建立基线对照（关闭/盲选/受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核心：Trace、Taxono、Replay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从'分数下降'到'根因被证明'：用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从'分数下降'到'根因被证明'：用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延伸阅读：Outcome/Trajectory/System 三层评测与版本元组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从'分数下降'到'根因被证明'：用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从'分数下降'到'根因被证明'：用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DataAgent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从'分数下降'到'根因被证明'：用 Trace、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0FAF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复现一次'分数下降'，用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第39讲 · 评测与进化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