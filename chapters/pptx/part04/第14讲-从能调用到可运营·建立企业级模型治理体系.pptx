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14 从能调用到可运营：建立企业级模型治理体系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第四篇（LLM 执行底座篇）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第14讲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核心概念：治理点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机制的三个关键要点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成本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预算+统计+租户归集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升级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模型版本+路由版本+Replay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成本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预算+统计+租户归集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升级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模型版本+路由版本+Replay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租户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隔离+权限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机制与流程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三步走：理解→实现→验证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成本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预算+统计+租户归集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升级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模型版本+路由版本+Replay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租户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隔离+权限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代码落点：dataagent/infra/gateway +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课程第14讲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LLM 执行底座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治理点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预算+统计+租户归集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升级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模型版本+路由版本+Replay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dataagent/infra/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实现多租户成本归集与预算控制，验证模型升级后 Replay 可回溯。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 从能调用到可运营：建立企业级模型治理体系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实现多租户成本归集与预算控制，验证模型升级后 Replay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第14讲 · 第四篇（LLM 执行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