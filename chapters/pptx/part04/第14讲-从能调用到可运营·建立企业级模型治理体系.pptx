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4abe65fe854d043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d53961a4b4d301e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d69203c819552a8.pn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1ba6f0edb78afec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bfd1a0d5c7f6a2f.png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41ae7d8fcbd4fa2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14973a1d7b7dac7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59a4cc6440762d7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02df78b66f0cc15.png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1d707fc90dc54ec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能解释成本的机制；2) 能对比升级的取舍；3)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概念详解：成本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「成本」指预算+统计+租户归集。在企业级语境下，它同时约束接口契约、生命周期与治理边界，而不只是一个名词。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把成本讲透：是什么、不是什么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「成本」指预算+统计+租户归集。在企业级语境下，它同时约束接口契约、生命周期与治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机制维度：预算+统计+租户归集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要点维度：预算+统计+租户归集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图：成本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正确姿势：先定义「成本」的契约与不变量，再谈实现；所有旁路都必须被审计。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常见误用：把「成本」当成一次性胶水代码，没有版本、没有度量、没有回滚路径。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成本）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把「成本」落到业务：先小流量灰度验证效果与成本，再逐步放开租户范围。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「成本」典型故障：静默失败—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「成本」的选型以证据与约束为准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概念详解：升级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对「升级」的正确定位是：模型版本+路由版本+Replay；它是可观测、可治理、可演进的稳定工程对象。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把升级讲透：是什么、不是什么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对「升级」的正确定位是：模型版本+路由版本+Replay；它是可观测、可治理、可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机制维度：模型版本+路由版本+Replay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要点维度：模型版本+路由版本+Replay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从数据流看「升级」：上游产出受控载荷，经 DataAgent 中的实现完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图：升级 的机制与数据流（cycle 视角）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正确姿势：把「升级」的决策依据落成证据（Trace/Eval），而不是凭经验拍板。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常见误用：用相关性绕过「升级」的硬性过滤，短期省事，长期必然越权或漂移。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升级）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「升级」的应用入口在本课程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「升级」典型故障：成本失控—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「升级」的选型以证据与约束为准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「升级」优化一：把人工经验固化为资产（规则/Skill/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「升级」优化二：建立基线对照（关闭/盲选/受控三组）证明增量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概念详解：租户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「租户」的本质是隔离+权限。理解它的关键是分清模型能做的与系统必须兜底的。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把租户讲透：是什么、不是什么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「租户」的本质是隔离+权限。理解它的关键是分清模型能做的与系统必须兜底的。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机制维度：隔离+权限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要点维度：隔离+权限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图：租户 的机制与数据流（layers 视角）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正确姿势：为「租户」设置显式预算与停止条件，宁可慢一点，不可失控。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里验证「租户」的正常路径，故障注入一跑就现出原形。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租户）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上线「租户」前自检三问：失败会怎样？谁能审计？回滚要多久？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「租户」典型故障：上下文漂移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「租户」的选型以证据与约束为准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概念详解：审计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把「审计」当工程对象看：全链路 Trace。它有明确的输入契约、失败语义与度量口径。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把审计讲透：是什么、不是什么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把「审计」当工程对象看：全链路 Trace。它有明确的输入契约、失败语义与度量口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机制维度：全链路 Trace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要点维度：全链路 Trace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图：审计 的机制与数据流（hub 视角）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正确姿势：先定义「审计」的契约与不变量，再谈实现；所有旁路都必须被审计。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常见误用：把「审计」当成一次性胶水代码，没有版本、没有度量、没有回滚路径。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审计）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把「审计」落到业务：先小流量灰度验证效果与成本，再逐步放开租户范围。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「审计」典型故障：静默失败—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「审计」的选型以证据与约束为准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核心：成本、升级、租户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延伸阅读：LogicalCall/Attempt 的生命周期与成本归集。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成本的定义与边界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常见误用：把「成本」当成一次性胶水代码，没有版本、没有度量、没有回滚路径。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正确姿势：把「成本」的决策依据落成证据（Trace/Eval），而不是凭经验拍板。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常见误用：把「升级」当成一次性胶水代码，没有版本、没有度量、没有回滚路径。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正确姿势：把「升级」的决策依据落成证据（Trace/Eval），而不是凭经验拍板。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常见误用：把「租户」当成一次性胶水代码，没有版本、没有度量、没有回滚路径。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正确姿势：把「租户」的决策依据落成证据（Trace/Eval），而不是凭经验拍板。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常见误用：把「审计」当成一次性胶水代码，没有版本、没有度量、没有回滚路径。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正确姿势：把「审计」的决策依据落成证据（Trace/Eval），而不是凭经验拍板。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正确姿势：为「成本」设置显式预算与停止条件，宁可慢一点，不可失控。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「升级」的运行机制分三步：输入契约校验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正确姿势：为「升级」设置显式预算与停止条件，宁可慢一点，不可失控。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正确姿势：为「租户」设置显式预算与停止条件，宁可慢一点，不可失控。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考核问答：审计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三道面试级追问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「审计」的运行机制分三步：输入契约校验 → 核心转换执行 → 结果验证与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取舍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正确姿势：为「审计」设置显式预算与停止条件，宁可慢一点，不可失控。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Q3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追问到第三层才见真功夫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经营分析中需要成本能力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案例研究：升级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经营分析中需要升级能力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「升级」的应用入口在本课程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案例研究：租户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经营分析中需要租户能力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「租户」的应用入口在本课程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案例研究：审计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DataAgent 里的真实应用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经营分析中需要审计能力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方案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「审计」的应用入口在本课程 DataAgent：跑通对应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结果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实测通过故障注入与回归门禁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进阶指引：成本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三层能力台阶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把「成本」落到业务：先小流量灰度验证效果与成本，再逐步放开租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「成本」的机制核心是解耦：策略与执行分离、状态与过程分离、权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入门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跑通本讲测试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熟练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能讲清机制与取舍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精通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能设计治理方案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从能调用到可运营：建立企业级模型治理体系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AF5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实现多租户成本归集与预算控制，验证模型升级后 Replay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第14讲 · LLM 执行底座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