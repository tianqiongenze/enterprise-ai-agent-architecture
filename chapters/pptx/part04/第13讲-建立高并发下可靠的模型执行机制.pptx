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1013f81c612f343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4ced8ef84b86f25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建立高并发下可靠的模型执行机制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第13讲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能解释Retry的机制；2) 能对比Fallback的取舍；3)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建立高并发下可靠的模型执行机制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解决的问题的三个关键要点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Retry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瞬时失败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Fallback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模型不可用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Retry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瞬时失败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Fallback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模型不可用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Timeout/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卡死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Retry：瞬时失败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Fallback：模型不可用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代码：见讲义与 dataagent/ 仓库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瞬时失败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Fallback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模型不可用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 仓库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 DataAgent 注入真实故障与高并发测试，完成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建立高并发下可靠的模型执行机制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AF5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注入真实故障与高并发测试，完成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第13讲 · LLM 执行底座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