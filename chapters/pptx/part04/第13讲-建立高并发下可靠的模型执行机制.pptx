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13 建立高并发下可靠的模型执行机制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第四篇（LLM 执行底座篇）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解决的问题的三个关键要点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瞬时失败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Fallback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模型不可用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Retry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瞬时失败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Fallback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模型不可用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Timeout/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卡死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瞬时失败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Fallback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模型不可用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Timeout/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卡死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代码落点：dataagent/infra/gateway/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瞬时失败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Fallback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模型不可用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注入真实故障与高并发测试，完成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 建立高并发下可靠的模型执行机制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注入真实故障与高并发测试，完成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第13讲 · 第四篇（LLM 执行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