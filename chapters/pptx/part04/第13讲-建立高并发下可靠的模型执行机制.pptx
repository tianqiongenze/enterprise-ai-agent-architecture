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da788b739a4215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faa258fb842d85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7137cf74b227ea9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6c225566739d442.png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0fda08a331fcb89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3400bf163652c93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d5d3467bd6fdc7e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da5b69f3f7ba6df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a0f21e65afb9431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4d782b0f9ba0af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cf6a619111a9750.png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f5111308a12470f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37b3400b9a6bfd8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7da76779adbfc81.png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1b56098feb2e214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73f2f35b7386f92.png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a1e9641055e2419.png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ce0284306b703de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43378e8dc606a2f.png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b93e1e457b6fd70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f76e7e53611f066.png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9e50242b834d50.png"/>
</Relationships>
</file>

<file path=ppt/slides/_rels/slide6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AF5E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0DCC0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能解释Retry的机制；2) 能对比Fallback的取舍；3) 能跑通 llm_runtime.py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概念详解：Retry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「Retry」指瞬时失败。在企业级语境下，它同时约束接口契约、生命周期与治理边界，而不只是一个名词。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把Retry讲透：是什么、不是什么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「Retry」指瞬时失败。在企业级语境下，它同时约束接口契约、生命周期与治理边界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解决的问题维度：瞬时失败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要点维度：瞬时失败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图：Retry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正确姿势：先定义「Retry」的契约与不变量，再谈实现；所有旁路都必须被审计。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常见误用：把「Retry」当成一次性胶水代码，没有版本、没有度量、没有回滚路径。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契约（概念1 Retry）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实现（概念1 Retry）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测试（概念1 Retry）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把「Retry」落到业务：先小流量灰度验证效果与成本，再逐步放开租户范围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「Retry」典型故障：静默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「Retry」的选型以证据与约束为准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优化拓展：Retry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「Retry」优化二：建立基线对照（关闭/盲选/受控三组）证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概念详解：Fallback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对「Fallback」的正确定位是：模型不可用；它是可观测、可治理、可演进的稳定工程对象。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把Fallback讲透：是什么、不是什么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对「Fallback」的正确定位是：模型不可用；它是可观测、可治理、可演进的稳定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解决的问题维度：模型不可用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要点维度：模型不可用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从数据流看「Fallback」：上游产出受控载荷，经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图：Fallback 的机制与数据流（cycle 视角）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正确姿势：把「Fallback」的决策依据落成证据（Trace/Eval），而不是凭经验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常见误用：用相关性绕过「Fallback」的硬性过滤，短期省事，长期必然越权或漂移。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契约（概念2 Fallback）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实现（概念2 Fallback）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测试（概念2 Fallback）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「Fallback」典型故障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「Fallback」的选型以证据与约束为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优化拓展：Fallback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「Fallback」优化二：建立基线对照（关闭/盲选/受控三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概念详解：Timeout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「Timeout」的本质是卡死。理解它的关键是分清模型能做的与系统必须兜底的。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把Timeout讲透：是什么、不是什么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「Timeout」的本质是卡死。理解它的关键是分清模型能做的与系统必须兜底的。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解决的问题维度：卡死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要点维度：卡死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「Timeout」的机制核心是解耦：策略与执行分离、状态与过程分离、权限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图：Timeout 的机制与数据流（layers 视角）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正确姿势：为「Timeout」设置显式预算与停止条件，宁可慢一点，不可失控。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里验证「Timeout」的正常路径，故障注入一跑就现出原形。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契约（概念3 Timeout）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实现（概念3 Timeout）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测试（概念3 Timeout）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上线「Timeout」前自检三问：失败会怎样？谁能审计？回滚要多久？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「Timeout」典型故障：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「Timeout」的选型以证据与约束为准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优化拓展：Timeout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「Timeout」优化二：建立基线对照（关闭/盲选/受控三组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概念详解：Schema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把「Schema」当工程对象看：无效输出。它有明确的输入契约、失败语义与度量口径。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把Schema讲透：是什么、不是什么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把「Schema」当工程对象看：无效输出。它有明确的输入契约、失败语义与度量口径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解决的问题维度：无效输出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要点维度：无效输出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「Schema」之所以可靠，是因为它把不确定性关进笼子：预算、超时、重试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图：Schema 的机制与数据流（hub 视角）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正确姿势：先定义「Schema」的契约与不变量，再谈实现；所有旁路都必须被审计。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常见误用：把「Schema」当成一次性胶水代码，没有版本、没有度量、没有回滚路径。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契约（概念4 Schema）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实现（概念4 Schema）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测试（概念4 Schema）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把「Schema」落到业务：先小流量灰度验证效果与成本，再逐步放开租户范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「Schema」典型故障：静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「Schema」的选型以证据与约束为准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优化拓展：Schema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「Schema」优化一：把人工经验固化为资产（规则/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「Schema」优化二：建立基线对照（关闭/盲选/受控三组）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概念详解：Stream+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「Stream+Commit」指中间结果干扰。在企业级语境下，它同时约束接口契约、生命周期与治理边界，而不只是一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把Stream+Commit讲透：是什么、不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「Stream+Commit」指中间结果干扰。在企业级语境下，它同时约束接口契约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解决的问题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解决的问题维度：中间结果干扰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要点维度：中间结果干扰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「Stream+Commit」的运行机制分三步：输入契约校验 → 核心转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图：Stream+Commit 的机制与数据流（flow_v 视角）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正确姿势：把「Stream+Commit」的决策依据落成证据（Trace/Eval），而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常见误用：用相关性绕过「Stream+Commit」的硬性过滤，短期省事，长期必然越权或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治理视角：路由、预算、回放构成模型治理三件套。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契约（概念5 Stream+Commit）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代码：llm_runtime.py · 实现（概念5 Stream+Commit）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代码测试：Stream+Commit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测试切面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文件：test_llm_runtime.py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切面：测试——先读接口再读实现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代码：test_llm_runtime.py · 测试（概念5 Stream+Commit）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「Stream+Commit」的应用入口在本课程 DataAgent：跑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「Stream+Commit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「Stream+Commit」的选型以证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优化拓展：Stream+Commit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「Stream+Commit」优化一：把人工经验固化为资产（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「Stream+Commit」优化二：建立基线对照（关闭/盲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核心：Retry、Fallba、Timeou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案例视角：故障注入下 Reliable Executor 的重试与回退实测。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延伸阅读：LogicalCall/Attempt 的生命周期与成本归集。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AF5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AF5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59E0B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70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71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Retry的定义与边界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是一切的地基：调用成功不等于任务成功。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59E0B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B4530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llm_runtime.py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B4530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B4530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B4530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建立高并发下可靠的模型执行机制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F59E0B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AF5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注入真实故障与高并发测试，完成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第13讲 · LLM 执行底座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AF5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