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db1ad1e9216dd21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6bad3a9578e452f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57d4fad6036bc8b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1ad82517673cd07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b31ab16ebac4d1f.pn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6f888856fcf4952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d32b16b7d4f2bd0.pn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fad390bb3076242.pn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dad9ac96142733d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3b66eb9826c250a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47bc24fd66dbbea.png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72d3a5f6566faf2.pn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fc445582b7054ae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86ddc1211508a75.png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65744bdb355b2a9.png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e17d2180b234510.png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f508b025dafdb4e.png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2ce4803bd4e9eaf.png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从散落调用到 LLM Runtime：建立稳定而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LLM 执行底座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F59E0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第11讲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AF5E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AF5E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AF5E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F0DCC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F0DCC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能解释Registry的机制；2) 能对比Routing的取舍；3) 能跑通 llm_runtime.py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从散落调用到 LLM Runtime：建立稳定而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概念详解：Registry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「Registry」指模型能力注册/别名。在企业级语境下，它同时约束接口契约、生命周期与治理边界，而不只是一个名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从散落调用到 LLM Runtime：建立稳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定义与内涵：Registry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把Registry讲透：是什么、不是什么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「Registry」指模型能力注册/别名。在企业级语境下，它同时约束接口契约、生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职责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职责维度：模型能力注册/别名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要点维度：模型能力注册/别名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统一 Runtime 是一切的地基：调用成功不等于任务成功。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机制图解：Registry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「Registry」的运行机制分三步：输入契约校验 → 核心转换执行 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图：Registry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深入原理：Registry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正确姿势：先定义「Registry」的契约与不变量，再谈实现；所有旁路都必须被审计。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常见误用：把「Registry」当成一次性胶水代码，没有版本、没有度量、没有回滚路径。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治理视角：路由、预算、回放构成模型治理三件套。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代码契约：Registry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代码：llm_runtime.py · 契约（概念1 Registry）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代码实现：Registry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代码：llm_runtime.py · 实现（概念1 Registry）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代码测试：Registry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测试（概念1 Registry）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应用实践：Registry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把「Registry」落到业务：先小流量灰度验证效果与成本，再逐步放开租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案例视角：故障注入下 Reliable Executor 的重试与回退实测。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陷阱与排查：Registry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「Registry」典型故障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工程决策：Registry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直接调 SDK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高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高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「Registry」的选型以证据与约束为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优化拓展：Registry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「Registry」优化一：把人工经验固化为资产（规则/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「Registry」优化二：建立基线对照（关闭/盲选/受控三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概念详解：Routing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对「Routing」的正确定位是：按任务选型+回退；它是可观测、可治理、可演进的稳定工程对象。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从散落调用到 LLM Runtime：建立稳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把Routing讲透：是什么、不是什么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对「Routing」的正确定位是：按任务选型+回退；它是可观测、可治理、可演进的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职责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职责维度：按任务选型+回退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要点维度：按任务选型+回退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统一 Runtime 是一切的地基：调用成功不等于任务成功。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从数据流看「Routing」：上游产出受控载荷，经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图：Routing 的机制与数据流（cycle 视角）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正确姿势：把「Routing」的决策依据落成证据（Trace/Eval），而不是凭经验拍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常见误用：用相关性绕过「Routing」的硬性过滤，短期省事，长期必然越权或漂移。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治理视角：路由、预算、回放构成模型治理三件套。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代码：llm_runtime.py · 契约（概念2 Routing）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代码：llm_runtime.py · 实现（概念2 Routing）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测试（概念2 Routing）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「Routing」的应用入口在本课程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案例视角：故障注入下 Reliable Executor 的重试与回退实测。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「Routing」典型故障：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共享 Wrapper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「Routing」的选型以证据与约束为准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「Routing」优化一：把人工经验固化为资产（规则/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「Routing」优化二：建立基线对照（关闭/盲选/受控三组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概念详解：Execution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「Execution」的本质是LogicalCall/Attempt/重试。理解它的关键是分清模型能做的与系统必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从散落调用到 LLM Runtime：建立稳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把Execution讲透：是什么、不是什么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「Execution」的本质是LogicalCall/Attempt/重试。理解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职责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职责维度：LogicalCall/Attempt/重试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要点维度：LogicalCall/Attempt/重试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统一 Runtime 是一切的地基：调用成功不等于任务成功。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「Execution」的机制核心是解耦：策略与执行分离、状态与过程分离、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图：Execution 的机制与数据流（layers 视角）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正确姿势：为「Execution」设置显式预算与停止条件，宁可慢一点，不可失控。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里验证「Execution」的正常路径，故障注入一跑就现出原形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治理视角：路由、预算、回放构成模型治理三件套。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代码：llm_runtime.py · 契约（概念3 Execution）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代码：llm_runtime.py · 实现（概念3 Execution）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测试（概念3 Execution）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上线「Execution」前自检三问：失败会怎样？谁能审计？回滚要多久？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案例视角：故障注入下 Reliable Executor 的重试与回退实测。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「Execution」典型故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统一 Runtime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高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低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「Execution」的选型以证据与约束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「Execution」优化一：把人工经验固化为资产（规则/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「Execution」优化二：建立基线对照（关闭/盲选/受控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把「Observability」当工程对象看：统计/成本/审计。它有明确的输入契约、失败语义与度量口径。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从散落调用到 LLM Runtime：建立稳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定义与内涵：Observability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把Observability讲透：是什么、不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把「Observability」当工程对象看：统计/成本/审计。它有明确的输入契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职责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职责维度：统计/成本/审计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要点维度：统计/成本/审计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统一 Runtime 是一切的地基：调用成功不等于任务成功。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机制图解：Observability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「Observability」之所以可靠，是因为它把不确定性关进笼子：预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图：Observability 的机制与数据流（hub 视角）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深入原理：Observability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正确姿势：先定义「Observability」的契约与不变量，再谈实现；所有旁路都必须被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常见误用：把「Observability」当成一次性胶水代码，没有版本、没有度量、没有回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治理视角：路由、预算、回放构成模型治理三件套。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代码契约：Observability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代码：llm_runtime.py · 契约（概念4 Observability）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代码实现：Observability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代码：llm_runtime.py · 实现（概念4 Observability）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代码测试：Observability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测试（概念4 Observability）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应用实践：Observability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把「Observability」落到业务：先小流量灰度验证效果与成本，再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案例视角：故障注入下 Reliable Executor 的重试与回退实测。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陷阱与排查：Observability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「Observability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工程决策：Observability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直接调 SDK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高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高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「Observability」的选型以证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优化拓展：Observability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「Observability」优化一：把人工经验固化为资产（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「Observability」优化二：建立基线对照（关闭/盲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核心：Regist、Routin、Execut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从散落调用到 LLM Runtime：建立稳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案例视角：故障注入下 Reliable Executor 的重试与回退实测。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从散落调用到 LLM Runtime：建立稳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延伸阅读：LogicalCall/Attempt 的生命周期与成本归集。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从散落调用到 LLM Runtime：建立稳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从散落调用到 LLM Runtime：建立稳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Registry的定义与边界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是一切的地基：调用成功不等于任务成功。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llm_runtime.py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反模式对照：Registry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常见误用：把「Registry」当成一次性胶水代码，没有版本、没有度量、没有回滚路径。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正确姿势：把「Registry」的决策依据落成证据（Trace/Eval），而不是凭经验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常见误用：把「Routing」当成一次性胶水代码，没有版本、没有度量、没有回滚路径。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正确姿势：把「Routing」的决策依据落成证据（Trace/Eval），而不是凭经验拍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常见误用：把「Execution」当成一次性胶水代码，没有版本、没有度量、没有回滚路径。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正确姿势：把「Execution」的决策依据落成证据（Trace/Eval），而不是凭经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反模式对照：Observabil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常见误用：把「Observabil」当成一次性胶水代码，没有版本、没有度量、没有回滚路径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正确姿势：把「Observabil」的决策依据落成证据（Trace/Eval），而不是凭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考核问答：Registry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「Registry」的运行机制分三步：输入契约校验 → 核心转换执行 →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正确姿势：为「Registry」设置显式预算与停止条件，宁可慢一点，不可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治理视角：路由、预算、回放构成模型治理三件套。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从散落调用到 LLM Runtime：建立稳定而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F59E0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AF5E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对比直接 SDK/共享 Wrapper/统一 Runtime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第11讲 · LLM 执行底座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AF5E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