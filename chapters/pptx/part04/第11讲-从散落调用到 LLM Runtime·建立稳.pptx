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11 从散落调用到 LLM Runtime：建立稳定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第四篇（LLM 执行底座篇）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职责的三个关键要点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Registry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模型能力注册/别名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Routing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按任务选型+回退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Registry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模型能力注册/别名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Routing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按任务选型+回退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Execution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LogicalCall/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Registry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模型能力注册/别名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Routing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按任务选型+回退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Executio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LogicalCall/Attempt/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代码落点：dataagent/infra/gateway/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效果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成本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直接调 SDK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共享 Wrapper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统一 Runtime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 从散落调用到 LLM Runtime：建立稳定而不失真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对比直接 SDK/共享 Wrapper/统一 Runtime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第11讲 · 第四篇（LLM 执行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