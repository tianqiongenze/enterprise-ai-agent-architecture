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49c4e34ddd0b12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6d0602dc0320877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从散落调用到 LLM Runtime：建立稳定而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能解释Registry的机制；2) 能对比Routing的取舍；3) 能跑通 llm_runtime.py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从散落调用到 LLM Runtime：建立稳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职责的三个关键要点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Registry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模型能力注册/别名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Routing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按任务选型+回退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Registry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模型能力注册/别名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Routing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按任务选型+回退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Execution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LogicalCall/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Registry：模型能力注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Routing：按任务选型+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dataagent/infra/gateway/llm_runtime.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效果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成本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直接调 SDK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共享 Wrapper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统一 Runtime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从散落调用到 LLM Runtime：建立稳定而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对比直接 SDK/共享 Wrapper/统一 Runtime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第11讲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