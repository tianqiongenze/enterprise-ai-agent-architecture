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4400662f8f08938.png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377139fb101f7b03.png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571750"/>
            <a:ext cx="9906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多模型路由：用能力契约和策略路由选择正确模型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600450"/>
            <a:ext cx="857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20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LLM 执行底座 · 教学讲义</a:t>
            </a:r>
          </a:p>
        </p:txBody>
      </p:sp>
      <p:sp>
        <p:nvSpPr>
          <p:cNvPr id="8" name="Line 8"/>
          <p:cNvSpPr/>
          <p:nvPr/>
        </p:nvSpPr>
        <p:spPr>
          <a:xfrm>
            <a:off x="4000500" y="4333875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9050">
            <a:solidFill>
              <a:srgbClr val="F59E0B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4286250"/>
            <a:ext cx="95250" cy="952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714750" y="4714875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725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14750" y="5105400"/>
            <a:ext cx="47625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4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第12讲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52750" y="5486400"/>
            <a:ext cx="6286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3" name="Rectangle 13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AF5EC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381500" y="6486525"/>
            <a:ext cx="3429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59E0B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学习目标 / Lernziele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1) 能解释逻辑模型的机制；2) 能对比物理模型的取舍；3) 能跑通 DataAgent 对应测试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多模型路由：用能力契约和策略路由选择正确模型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核心概念：概念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说明的三个关键要点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逻辑模型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业务抽象，如'分析模型'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物理模型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具体 API，如 luna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AF5E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逻辑模型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业务抽象，如'分析模型'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AF5E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物理模型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具体 API，如 luna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AF5E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TaskProfile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任务能力需求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架构与执行链路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一图看懂本讲的机制流转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AF5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逻辑模型：业务抽象，如'分析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物理模型：具体 API，如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AF5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图：本讲核心对象的执行链路（由讲义表格自动生成）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关键代码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可运行实现与讲解一一对应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AF5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契约先行：接口→实现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离线可运行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AF5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代码：见讲义与 dataagent/ 仓库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关键证据与结论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用证据支撑工程判断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课程第12讲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LLM 执行底座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概念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业务抽象，如'分析模型'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物理模型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具体 API，如 luna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实战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DataAgent 仓库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B45309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为 DataAgent 各任务设计路由策略，验证 Fallback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333625"/>
            <a:ext cx="9906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本章小结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238500"/>
            <a:ext cx="857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多模型路由：用能力契约和策略路由选择正确模型</a:t>
            </a:r>
          </a:p>
        </p:txBody>
      </p:sp>
      <p:sp>
        <p:nvSpPr>
          <p:cNvPr id="8" name="Line 8"/>
          <p:cNvSpPr/>
          <p:nvPr/>
        </p:nvSpPr>
        <p:spPr>
          <a:xfrm>
            <a:off x="4381500" y="3857625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9050">
            <a:solidFill>
              <a:srgbClr val="F59E0B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3810000"/>
            <a:ext cx="95250" cy="9525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429000" y="4238625"/>
            <a:ext cx="5334000" cy="1238250"/>
          </a:xfrm>
          <a:prstGeom prst="roundRect">
            <a:avLst>
              <a:gd name="adj" fmla="val 3077"/>
            </a:avLst>
          </a:prstGeom>
          <a:solidFill>
            <a:srgbClr val="FAF5EC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619500" y="44767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为 DataAgent 各任务设计路由策略，验证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00500" y="4838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第12讲 · LLM 执行底座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19500" y="51244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AF5EC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619500" y="6486525"/>
            <a:ext cx="4953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课程复现资料 · 可公开分享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