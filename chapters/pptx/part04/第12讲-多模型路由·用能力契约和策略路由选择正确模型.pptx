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d383bc12ccd3869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7927f9decb722f1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c34ebe4237b74ed.pn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3ea07f88b7eb84c.png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55c4a5425b946d0.png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0231ee41f364c07.png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f1dba9cd88f3f77.png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735ddd85ce1fb2f.png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937fc8277d0a668.png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12ce19011056892.png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691d4a8b8782920.png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c150468a9dbb0ca.png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2471688a248cffb.png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65cffc67224b4ef.png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b258e6caa6801ae.png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334a40a0c87be1b.png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349f574bf48ab24.png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7e39bd610e77ebf.png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36ee16eaf1b48e4.png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6f904871db0ec1e.png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25e6db03f1e100c.png"/>
</Relationships>
</file>

<file path=ppt/slides/_rels/slide7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fb2602d552591e6.png"/>
</Relationships>
</file>

<file path=ppt/slides/_rels/slide7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B45309"/>
                </a:solidFill>
                <a:latin typeface="Arial"/>
                <a:ea typeface="Microsoft YaHei"/>
                <a:cs typeface="Arial"/>
              </a:rPr>
              <a:t>多模型路由：用能力契约和策略路由选择正确模型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LLM 执行底座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F59E0B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第12讲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AF5EC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AF5EC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AF5EC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F0DCC0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F0DCC0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能解释逻辑模型的机制；2) 能对比物理模型的取舍；3) 能跑通 llm_runtime.py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多模型路由：用能力契约和策略路由选择正确模型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概念详解：逻辑模型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「逻辑模型」指业务抽象，如'分析模型'。在企业级语境下，它同时约束接口契约、生命周期与治理边界，而不只是一个名词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多模型路由：用能力契约和策略路由选择正确模型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定义与内涵：逻辑模型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把逻辑模型讲透：是什么、不是什么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「逻辑模型」指业务抽象，如'分析模型'。在企业级语境下，它同时约束接口契约、生命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说明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说明维度：业务抽象，如'分析模型'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要点维度：业务抽象，如'分析模型'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统一 Runtime 是一切的地基：调用成功不等于任务成功。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机制图解：逻辑模型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「逻辑模型」的运行机制分三步：输入契约校验 → 核心转换执行 → 结果验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图：逻辑模型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深入原理：逻辑模型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正确姿势：先定义「逻辑模型」的契约与不变量，再谈实现；所有旁路都必须被审计。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常见误用：把「逻辑模型」当成一次性胶水代码，没有版本、没有度量、没有回滚路径。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治理视角：路由、预算、回放构成模型治理三件套。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代码契约：逻辑模型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代码：llm_runtime.py · 契约（概念1 逻辑模型）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代码实现：逻辑模型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代码：llm_runtime.py · 实现（概念1 逻辑模型）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代码测试：逻辑模型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代码：test_llm_runtime.py · 测试（概念1 逻辑模型）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应用实践：逻辑模型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把「逻辑模型」落到业务：先小流量灰度验证效果与成本，再逐步放开租户范围。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案例视角：故障注入下 Reliable Executor 的重试与回退实测。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陷阱与排查：逻辑模型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「逻辑模型」典型故障：静默失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工程决策：逻辑模型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「逻辑模型」的选型以证据与约束为准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生产化：逻辑模型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企业治理：逻辑模型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优化拓展：逻辑模型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「逻辑模型」优化一：把人工经验固化为资产（规则/Skill/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「逻辑模型」优化二：建立基线对照（关闭/盲选/受控三组）证明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概念详解：物理模型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对「物理模型」的正确定位是：具体 API，如 luna；它是可观测、可治理、可演进的稳定工程对象。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多模型路由：用能力契约和策略路由选择正确模型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定义与内涵：物理模型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把物理模型讲透：是什么、不是什么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对「物理模型」的正确定位是：具体 API，如 luna；它是可观测、可治理、可演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说明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说明维度：具体 API，如 luna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要点维度：具体 API，如 luna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统一 Runtime 是一切的地基：调用成功不等于任务成功。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机制图解：物理模型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从数据流看「物理模型」：上游产出受控载荷，经 llm_runtime.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图：物理模型 的机制与数据流（cycle 视角）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深入原理：物理模型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正确姿势：把「物理模型」的决策依据落成证据（Trace/Eval），而不是凭经验拍板。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常见误用：用相关性绕过「物理模型」的硬性过滤，短期省事，长期必然越权或漂移。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治理视角：路由、预算、回放构成模型治理三件套。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代码契约：物理模型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代码：llm_runtime.py · 契约（概念2 物理模型）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代码实现：物理模型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代码：llm_runtime.py · 实现（概念2 物理模型）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代码测试：物理模型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代码：test_llm_runtime.py · 测试（概念2 物理模型）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应用实践：物理模型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「物理模型」的应用入口在本课程 DataAgent：跑通对应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案例视角：故障注入下 Reliable Executor 的重试与回退实测。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陷阱与排查：物理模型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「物理模型」典型故障：成本失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工程决策：物理模型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「物理模型」的选型以证据与约束为准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生产化：物理模型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企业治理：物理模型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优化拓展：物理模型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「物理模型」优化一：把人工经验固化为资产（规则/Skill/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「物理模型」优化二：建立基线对照（关闭/盲选/受控三组）证明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概念详解：TaskProfile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「TaskProfile」的本质是任务能力需求。理解它的关键是分清模型能做的与系统必须兜底的。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多模型路由：用能力契约和策略路由选择正确模型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定义与内涵：TaskProfile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把TaskProfile讲透：是什么、不是什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「TaskProfile」的本质是任务能力需求。理解它的关键是分清模型能做的与系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说明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说明维度：任务能力需求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要点维度：任务能力需求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统一 Runtime 是一切的地基：调用成功不等于任务成功。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机制图解：TaskProfile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「TaskProfile」的机制核心是解耦：策略与执行分离、状态与过程分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图：TaskProfile 的机制与数据流（layers 视角）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深入原理：TaskProfile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正确姿势：为「TaskProfile」设置显式预算与停止条件，宁可慢一点，不可失控。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里验证「TaskProfile」的正常路径，故障注入一跑就现出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治理视角：路由、预算、回放构成模型治理三件套。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代码契约：TaskProfile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代码：llm_runtime.py · 契约（概念3 TaskProfile）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代码实现：TaskProfile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代码：llm_runtime.py · 实现（概念3 TaskProfile）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代码测试：TaskProfile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代码：test_llm_runtime.py · 测试（概念3 TaskProfile）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应用实践：TaskProfile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上线「TaskProfile」前自检三问：失败会怎样？谁能审计？回滚要多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案例视角：故障注入下 Reliable Executor 的重试与回退实测。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陷阱与排查：TaskProfile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「TaskProfile」典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工程决策：TaskProfile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「TaskProfile」的选型以证据与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生产化：TaskProfile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企业治理：TaskProfile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优化拓展：TaskProfile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「TaskProfile」优化一：把人工经验固化为资产（规则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「TaskProfile」优化二：建立基线对照（关闭/盲选/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概念详解：Fallback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把「Fallback」当工程对象看：回退候选。它有明确的输入契约、失败语义与度量口径。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多模型路由：用能力契约和策略路由选择正确模型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定义与内涵：Fallback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把Fallback讲透：是什么、不是什么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把「Fallback」当工程对象看：回退候选。它有明确的输入契约、失败语义与度量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说明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说明维度：回退候选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要点维度：回退候选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统一 Runtime 是一切的地基：调用成功不等于任务成功。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机制图解：Fallback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「Fallback」之所以可靠，是因为它把不确定性关进笼子：预算、超时、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图：Fallback 的机制与数据流（hub 视角）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深入原理：Fallback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正确姿势：先定义「Fallback」的契约与不变量，再谈实现；所有旁路都必须被审计。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常见误用：把「Fallback」当成一次性胶水代码，没有版本、没有度量、没有回滚路径。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治理视角：路由、预算、回放构成模型治理三件套。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代码契约：Fallback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代码：llm_runtime.py · 契约（概念4 Fallback）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代码实现：Fallback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代码：llm_runtime.py · 实现（概念4 Fallback）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代码测试：Fallback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代码：test_llm_runtime.py · 测试（概念4 Fallback）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应用实践：Fallback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把「Fallback」落到业务：先小流量灰度验证效果与成本，再逐步放开租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案例视角：故障注入下 Reliable Executor 的重试与回退实测。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陷阱与排查：Fallback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「Fallback」典型故障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工程决策：Fallback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「Fallback」的选型以证据与约束为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生产化：Fallback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企业治理：Fallback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优化拓展：Fallback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「Fallback」优化一：把人工经验固化为资产（规则/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「Fallback」优化二：建立基线对照（关闭/盲选/受控三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概念详解：租户策略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「租户策略」指每租户模型白名单/预算。在企业级语境下，它同时约束接口契约、生命周期与治理边界，而不只是一个名词。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多模型路由：用能力契约和策略路由选择正确模型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定义与内涵：租户策略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把租户策略讲透：是什么、不是什么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「租户策略」指每租户模型白名单/预算。在企业级语境下，它同时约束接口契约、生命周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说明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说明维度：每租户模型白名单/预算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要点维度：每租户模型白名单/预算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统一 Runtime 是一切的地基：调用成功不等于任务成功。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机制图解：租户策略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「租户策略」的运行机制分三步：输入契约校验 → 核心转换执行 → 结果验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图：租户策略 的机制与数据流（flow_v 视角）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深入原理：租户策略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正确姿势：把「租户策略」的决策依据落成证据（Trace/Eval），而不是凭经验拍板。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常见误用：用相关性绕过「租户策略」的硬性过滤，短期省事，长期必然越权或漂移。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治理视角：路由、预算、回放构成模型治理三件套。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代码契约：租户策略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代码：llm_runtime.py · 契约（概念5 租户策略）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代码实现：租户策略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代码：llm_runtime.py · 实现（概念5 租户策略）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代码测试：租户策略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代码：test_llm_runtime.py · 测试（概念5 租户策略）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应用实践：租户策略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「租户策略」的应用入口在本课程 DataAgent：跑通对应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案例视角：故障注入下 Reliable Executor 的重试与回退实测。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陷阱与排查：租户策略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「租户策略」典型故障：成本失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工程决策：租户策略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「租户策略」的选型以证据与约束为准</a:t>
              </a:r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生产化：租户策略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企业治理：租户策略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优化拓展：租户策略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「租户策略」优化一：把人工经验固化为资产（规则/Skill/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「租户策略」优化二：建立基线对照（关闭/盲选/受控三组）证明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核心：逻辑模型、物理模型、TaskPr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70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多模型路由：用能力契约和策略路由选择正确模型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案例视角：故障注入下 Reliable Executor 的重试与回退实测。</a:t>
              </a:r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74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多模型路由：用能力契约和策略路由选择正确模型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延伸阅读：LogicalCall/Attempt 的生命周期与成本归集。</a:t>
              </a:r>
            </a:p>
          </p:txBody>
        </p:sp>
      </p:grp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78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多模型路由：用能力契约和策略路由选择正确模型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80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多模型路由：用能力契约和策略路由选择正确模型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81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81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逻辑模型的定义与边界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是一切的地基：调用成功不等于任务成功。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llm_runtime.py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B45309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多模型路由：用能力契约和策略路由选择正确模型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F59E0B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AF5EC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为 DataAgent 各任务设计路由策略，验证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第12讲 · LLM 执行底座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AF5EC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82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