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12 多模型路由：用能力契约和策略路由选择正确模型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第四篇（LLM 执行底座篇）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核心概念：概念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说明的三个关键要点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逻辑模型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业务抽象，如'分析模型'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物理模型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具体 API，如 luna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逻辑模型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业务抽象，如'分析模型'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物理模型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具体 API，如 luna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TaskProfile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任务能力需求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逻辑模型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业务抽象，如'分析模型'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物理模型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具体 API，如 luna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TaskProf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任务能力需求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代码落点：dataagent/infra/gateway/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概念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业务抽象，如'分析模型'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物理模型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具体 API，如 luna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各任务设计路由策略，验证 Fallback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 多模型路由：用能力契约和策略路由选择正确模型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各任务设计路由策略，验证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第12讲 · 第四篇（LLM 执行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